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ileron Bold" charset="1" panose="00000800000000000000"/>
      <p:regular r:id="rId16"/>
    </p:embeddedFont>
    <p:embeddedFont>
      <p:font typeface="Arimo" charset="1" panose="020B0604020202020204"/>
      <p:regular r:id="rId17"/>
    </p:embeddedFont>
    <p:embeddedFont>
      <p:font typeface="Arimo Bold" charset="1" panose="020B0704020202020204"/>
      <p:regular r:id="rId18"/>
    </p:embeddedFont>
    <p:embeddedFont>
      <p:font typeface="TT Hoves" charset="1" panose="020000030200000600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8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0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2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66847" r="0" b="-109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482859" y="4368554"/>
            <a:ext cx="18383406" cy="617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73"/>
              </a:lnSpc>
            </a:pPr>
            <a:r>
              <a:rPr lang="en-US" b="true" sz="25514" spc="-1020">
                <a:solidFill>
                  <a:srgbClr val="F4F1EE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Brainstorm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17059" y="508350"/>
            <a:ext cx="2894691" cy="743940"/>
            <a:chOff x="0" y="0"/>
            <a:chExt cx="946254" cy="2431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6254" cy="243189"/>
            </a:xfrm>
            <a:custGeom>
              <a:avLst/>
              <a:gdLst/>
              <a:ahLst/>
              <a:cxnLst/>
              <a:rect r="r" b="b" t="t" l="l"/>
              <a:pathLst>
                <a:path h="243189" w="946254">
                  <a:moveTo>
                    <a:pt x="0" y="0"/>
                  </a:moveTo>
                  <a:lnTo>
                    <a:pt x="946254" y="0"/>
                  </a:lnTo>
                  <a:lnTo>
                    <a:pt x="946254" y="243189"/>
                  </a:lnTo>
                  <a:lnTo>
                    <a:pt x="0" y="243189"/>
                  </a:lnTo>
                  <a:close/>
                </a:path>
              </a:pathLst>
            </a:custGeom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46254" cy="290814"/>
            </a:xfrm>
            <a:prstGeom prst="rect">
              <a:avLst/>
            </a:prstGeom>
          </p:spPr>
          <p:txBody>
            <a:bodyPr anchor="ctr" rtlCol="false" tIns="40929" lIns="40929" bIns="40929" rIns="40929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4F1EE"/>
                  </a:solidFill>
                  <a:latin typeface="Arimo"/>
                  <a:ea typeface="Arimo"/>
                  <a:cs typeface="Arimo"/>
                  <a:sym typeface="Arimo"/>
                </a:rPr>
                <a:t>BORCELLE STUDIO</a:t>
              </a:r>
            </a:p>
          </p:txBody>
        </p:sp>
      </p:grpSp>
      <p:sp>
        <p:nvSpPr>
          <p:cNvPr name="Freeform 7" id="7"/>
          <p:cNvSpPr/>
          <p:nvPr/>
        </p:nvSpPr>
        <p:spPr>
          <a:xfrm>
            <a:off x="5751006" y="3545519"/>
            <a:ext cx="13748220" cy="778026"/>
          </a:xfrm>
          <a:custGeom>
            <a:avLst/>
            <a:gdLst/>
            <a:ahLst/>
            <a:cxnLst/>
            <a:rect r="r" b="b" t="t" l="l"/>
            <a:pathLst>
              <a:path h="778026" w="13748220">
                <a:moveTo>
                  <a:pt x="0" y="778026"/>
                </a:moveTo>
                <a:lnTo>
                  <a:pt x="0" y="0"/>
                </a:lnTo>
                <a:lnTo>
                  <a:pt x="13748219" y="0"/>
                </a:lnTo>
              </a:path>
            </a:pathLst>
          </a:cu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>
            <a:off x="1171113" y="5616454"/>
            <a:ext cx="2325244" cy="5142233"/>
          </a:xfrm>
          <a:custGeom>
            <a:avLst/>
            <a:gdLst/>
            <a:ahLst/>
            <a:cxnLst/>
            <a:rect r="r" b="b" t="t" l="l"/>
            <a:pathLst>
              <a:path h="5142233" w="2325244">
                <a:moveTo>
                  <a:pt x="757052" y="5142233"/>
                </a:moveTo>
                <a:lnTo>
                  <a:pt x="0" y="5142233"/>
                </a:lnTo>
                <a:lnTo>
                  <a:pt x="0" y="0"/>
                </a:lnTo>
                <a:lnTo>
                  <a:pt x="2325244" y="0"/>
                </a:lnTo>
              </a:path>
            </a:pathLst>
          </a:cu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3496357" y="4323545"/>
            <a:ext cx="3625876" cy="2585818"/>
            <a:chOff x="0" y="0"/>
            <a:chExt cx="4834502" cy="344775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834502" cy="3447758"/>
              <a:chOff x="0" y="0"/>
              <a:chExt cx="823976" cy="58762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23976" cy="587624"/>
              </a:xfrm>
              <a:custGeom>
                <a:avLst/>
                <a:gdLst/>
                <a:ahLst/>
                <a:cxnLst/>
                <a:rect r="r" b="b" t="t" l="l"/>
                <a:pathLst>
                  <a:path h="587624" w="823976">
                    <a:moveTo>
                      <a:pt x="0" y="0"/>
                    </a:moveTo>
                    <a:lnTo>
                      <a:pt x="823976" y="0"/>
                    </a:lnTo>
                    <a:lnTo>
                      <a:pt x="823976" y="587624"/>
                    </a:lnTo>
                    <a:lnTo>
                      <a:pt x="0" y="587624"/>
                    </a:lnTo>
                    <a:close/>
                  </a:path>
                </a:pathLst>
              </a:custGeom>
              <a:ln w="9525" cap="sq">
                <a:solidFill>
                  <a:srgbClr val="F4F1EE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23976" cy="6257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75774" y="561829"/>
              <a:ext cx="3882954" cy="2381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b="true" sz="4500">
                  <a:solidFill>
                    <a:srgbClr val="FBF8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FOR WEBSITE PROJECT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76250" y="513855"/>
            <a:ext cx="371970" cy="371970"/>
          </a:xfrm>
          <a:custGeom>
            <a:avLst/>
            <a:gdLst/>
            <a:ahLst/>
            <a:cxnLst/>
            <a:rect r="r" b="b" t="t" l="l"/>
            <a:pathLst>
              <a:path h="371970" w="371970">
                <a:moveTo>
                  <a:pt x="0" y="0"/>
                </a:moveTo>
                <a:lnTo>
                  <a:pt x="371970" y="0"/>
                </a:lnTo>
                <a:lnTo>
                  <a:pt x="371970" y="371970"/>
                </a:lnTo>
                <a:lnTo>
                  <a:pt x="0" y="3719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90916" y="466725"/>
            <a:ext cx="456008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49">
                <a:solidFill>
                  <a:srgbClr val="FBF8F5"/>
                </a:solidFill>
                <a:latin typeface="Arimo"/>
                <a:ea typeface="Arimo"/>
                <a:cs typeface="Arimo"/>
                <a:sym typeface="Arimo"/>
              </a:rPr>
              <a:t>PRESENTED BY SOO JIN AE</a:t>
            </a:r>
          </a:p>
          <a:p>
            <a:pPr algn="l">
              <a:lnSpc>
                <a:spcPts val="2999"/>
              </a:lnSpc>
            </a:pPr>
            <a:r>
              <a:rPr lang="en-US" sz="2499" spc="-49">
                <a:solidFill>
                  <a:srgbClr val="FBF8F5"/>
                </a:solidFill>
                <a:latin typeface="Arimo"/>
                <a:ea typeface="Arimo"/>
                <a:cs typeface="Arimo"/>
                <a:sym typeface="Arimo"/>
              </a:rPr>
              <a:t>FOR LICERIA &amp; CO.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7556" y="483902"/>
            <a:ext cx="8936371" cy="332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93"/>
              </a:lnSpc>
              <a:spcBef>
                <a:spcPct val="0"/>
              </a:spcBef>
            </a:pPr>
            <a:r>
              <a:rPr lang="en-US" sz="13993" spc="-629" strike="noStrike" u="none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Hello, everyone!</a:t>
            </a:r>
          </a:p>
        </p:txBody>
      </p:sp>
      <p:sp>
        <p:nvSpPr>
          <p:cNvPr name="Freeform 4" id="4"/>
          <p:cNvSpPr/>
          <p:nvPr/>
        </p:nvSpPr>
        <p:spPr>
          <a:xfrm>
            <a:off x="-1895764" y="-1643212"/>
            <a:ext cx="10592877" cy="6198595"/>
          </a:xfrm>
          <a:custGeom>
            <a:avLst/>
            <a:gdLst/>
            <a:ahLst/>
            <a:cxnLst/>
            <a:rect r="r" b="b" t="t" l="l"/>
            <a:pathLst>
              <a:path h="6198595" w="10592877">
                <a:moveTo>
                  <a:pt x="0" y="6198595"/>
                </a:moveTo>
                <a:lnTo>
                  <a:pt x="10592877" y="6198595"/>
                </a:lnTo>
                <a:lnTo>
                  <a:pt x="10592877" y="3043959"/>
                </a:lnTo>
                <a:lnTo>
                  <a:pt x="7516080" y="3043959"/>
                </a:lnTo>
                <a:lnTo>
                  <a:pt x="7516080" y="0"/>
                </a:lnTo>
              </a:path>
            </a:pathLst>
          </a:custGeom>
          <a:ln cap="flat" w="9525">
            <a:solidFill>
              <a:srgbClr val="7070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946095" y="3560288"/>
            <a:ext cx="7865655" cy="5698012"/>
            <a:chOff x="0" y="0"/>
            <a:chExt cx="1436386" cy="10405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6386" cy="1040542"/>
            </a:xfrm>
            <a:custGeom>
              <a:avLst/>
              <a:gdLst/>
              <a:ahLst/>
              <a:cxnLst/>
              <a:rect r="r" b="b" t="t" l="l"/>
              <a:pathLst>
                <a:path h="1040542" w="1436386">
                  <a:moveTo>
                    <a:pt x="23622" y="0"/>
                  </a:moveTo>
                  <a:lnTo>
                    <a:pt x="1412763" y="0"/>
                  </a:lnTo>
                  <a:cubicBezTo>
                    <a:pt x="1419028" y="0"/>
                    <a:pt x="1425037" y="2489"/>
                    <a:pt x="1429467" y="6919"/>
                  </a:cubicBezTo>
                  <a:cubicBezTo>
                    <a:pt x="1433897" y="11349"/>
                    <a:pt x="1436386" y="17357"/>
                    <a:pt x="1436386" y="23622"/>
                  </a:cubicBezTo>
                  <a:lnTo>
                    <a:pt x="1436386" y="1016919"/>
                  </a:lnTo>
                  <a:cubicBezTo>
                    <a:pt x="1436386" y="1029966"/>
                    <a:pt x="1425809" y="1040542"/>
                    <a:pt x="1412763" y="1040542"/>
                  </a:cubicBezTo>
                  <a:lnTo>
                    <a:pt x="23622" y="1040542"/>
                  </a:lnTo>
                  <a:cubicBezTo>
                    <a:pt x="10576" y="1040542"/>
                    <a:pt x="0" y="1029966"/>
                    <a:pt x="0" y="1016919"/>
                  </a:cubicBezTo>
                  <a:lnTo>
                    <a:pt x="0" y="23622"/>
                  </a:lnTo>
                  <a:cubicBezTo>
                    <a:pt x="0" y="10576"/>
                    <a:pt x="10576" y="0"/>
                    <a:pt x="23622" y="0"/>
                  </a:cubicBezTo>
                  <a:close/>
                </a:path>
              </a:pathLst>
            </a:custGeom>
            <a:blipFill>
              <a:blip r:embed="rId3"/>
              <a:stretch>
                <a:fillRect l="-4365" t="0" r="-4365" b="0"/>
              </a:stretch>
            </a:blipFill>
            <a:ln w="9525" cap="rnd">
              <a:solidFill>
                <a:srgbClr val="70707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675742" y="3912633"/>
            <a:ext cx="3631667" cy="1285501"/>
            <a:chOff x="0" y="0"/>
            <a:chExt cx="4842223" cy="171400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842223" cy="1714001"/>
              <a:chOff x="0" y="0"/>
              <a:chExt cx="1396736" cy="49440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96736" cy="494402"/>
              </a:xfrm>
              <a:custGeom>
                <a:avLst/>
                <a:gdLst/>
                <a:ahLst/>
                <a:cxnLst/>
                <a:rect r="r" b="b" t="t" l="l"/>
                <a:pathLst>
                  <a:path h="494402" w="1396736">
                    <a:moveTo>
                      <a:pt x="0" y="0"/>
                    </a:moveTo>
                    <a:lnTo>
                      <a:pt x="1396736" y="0"/>
                    </a:lnTo>
                    <a:lnTo>
                      <a:pt x="1396736" y="494402"/>
                    </a:lnTo>
                    <a:lnTo>
                      <a:pt x="0" y="494402"/>
                    </a:lnTo>
                    <a:close/>
                  </a:path>
                </a:pathLst>
              </a:custGeom>
              <a:solidFill>
                <a:srgbClr val="060606"/>
              </a:solidFill>
              <a:ln w="9525" cap="sq">
                <a:solidFill>
                  <a:srgbClr val="70707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1396736" cy="5420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76534" y="345826"/>
              <a:ext cx="3889156" cy="1069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PLEASED TO MEET YOU ALL!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70301" y="7694930"/>
            <a:ext cx="5948405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I'M SOO JIN AE. A GRAPHIC DESIGNER FROM BORCELLE STUDIO, AND TODAY I'M EXCITED TO WALK YOU THROUGH MY DESIGN PROJECT BRAINSTORMING PROCESS. LET'S DIVE RIGHT IN!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917059" y="476250"/>
            <a:ext cx="2894691" cy="743940"/>
            <a:chOff x="0" y="0"/>
            <a:chExt cx="946254" cy="2431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6254" cy="243189"/>
            </a:xfrm>
            <a:custGeom>
              <a:avLst/>
              <a:gdLst/>
              <a:ahLst/>
              <a:cxnLst/>
              <a:rect r="r" b="b" t="t" l="l"/>
              <a:pathLst>
                <a:path h="243189" w="946254">
                  <a:moveTo>
                    <a:pt x="0" y="0"/>
                  </a:moveTo>
                  <a:lnTo>
                    <a:pt x="946254" y="0"/>
                  </a:lnTo>
                  <a:lnTo>
                    <a:pt x="946254" y="243189"/>
                  </a:lnTo>
                  <a:lnTo>
                    <a:pt x="0" y="243189"/>
                  </a:lnTo>
                  <a:close/>
                </a:path>
              </a:pathLst>
            </a:custGeom>
            <a:ln w="9525" cap="sq">
              <a:solidFill>
                <a:srgbClr val="70707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46254" cy="290814"/>
            </a:xfrm>
            <a:prstGeom prst="rect">
              <a:avLst/>
            </a:prstGeom>
          </p:spPr>
          <p:txBody>
            <a:bodyPr anchor="ctr" rtlCol="false" tIns="40929" lIns="40929" bIns="40929" rIns="40929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INTRODUCTION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76250" y="7752080"/>
            <a:ext cx="371970" cy="371970"/>
          </a:xfrm>
          <a:custGeom>
            <a:avLst/>
            <a:gdLst/>
            <a:ahLst/>
            <a:cxnLst/>
            <a:rect r="r" b="b" t="t" l="l"/>
            <a:pathLst>
              <a:path h="371970" w="371970">
                <a:moveTo>
                  <a:pt x="0" y="0"/>
                </a:moveTo>
                <a:lnTo>
                  <a:pt x="371970" y="0"/>
                </a:lnTo>
                <a:lnTo>
                  <a:pt x="371970" y="371970"/>
                </a:lnTo>
                <a:lnTo>
                  <a:pt x="0" y="371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66847" r="0" b="-1093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17059" y="476250"/>
            <a:ext cx="2894691" cy="743940"/>
            <a:chOff x="0" y="0"/>
            <a:chExt cx="946254" cy="2431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6254" cy="243189"/>
            </a:xfrm>
            <a:custGeom>
              <a:avLst/>
              <a:gdLst/>
              <a:ahLst/>
              <a:cxnLst/>
              <a:rect r="r" b="b" t="t" l="l"/>
              <a:pathLst>
                <a:path h="243189" w="946254">
                  <a:moveTo>
                    <a:pt x="0" y="0"/>
                  </a:moveTo>
                  <a:lnTo>
                    <a:pt x="946254" y="0"/>
                  </a:lnTo>
                  <a:lnTo>
                    <a:pt x="946254" y="243189"/>
                  </a:lnTo>
                  <a:lnTo>
                    <a:pt x="0" y="243189"/>
                  </a:lnTo>
                  <a:close/>
                </a:path>
              </a:pathLst>
            </a:custGeom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46254" cy="290814"/>
            </a:xfrm>
            <a:prstGeom prst="rect">
              <a:avLst/>
            </a:prstGeom>
          </p:spPr>
          <p:txBody>
            <a:bodyPr anchor="ctr" rtlCol="false" tIns="40929" lIns="40929" bIns="40929" rIns="40929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F4F1EE"/>
                  </a:solidFill>
                  <a:latin typeface="Arimo"/>
                  <a:ea typeface="Arimo"/>
                  <a:cs typeface="Arimo"/>
                  <a:sym typeface="Arimo"/>
                </a:rPr>
                <a:t>AGENDA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93327" y="-1502511"/>
            <a:ext cx="8340258" cy="5767291"/>
            <a:chOff x="0" y="0"/>
            <a:chExt cx="11120344" cy="7689721"/>
          </a:xfrm>
        </p:grpSpPr>
        <p:sp>
          <p:nvSpPr>
            <p:cNvPr name="Freeform 7" id="7"/>
            <p:cNvSpPr/>
            <p:nvPr/>
          </p:nvSpPr>
          <p:spPr>
            <a:xfrm>
              <a:off x="0" y="0"/>
              <a:ext cx="11113994" cy="7683371"/>
            </a:xfrm>
            <a:custGeom>
              <a:avLst/>
              <a:gdLst/>
              <a:ahLst/>
              <a:cxnLst/>
              <a:rect r="r" b="b" t="t" l="l"/>
              <a:pathLst>
                <a:path h="7683371" w="11113994">
                  <a:moveTo>
                    <a:pt x="0" y="7683371"/>
                  </a:moveTo>
                  <a:lnTo>
                    <a:pt x="8445310" y="7683371"/>
                  </a:lnTo>
                  <a:lnTo>
                    <a:pt x="8445310" y="6178850"/>
                  </a:lnTo>
                  <a:lnTo>
                    <a:pt x="11113994" y="6178850"/>
                  </a:lnTo>
                  <a:lnTo>
                    <a:pt x="11113994" y="0"/>
                  </a:lnTo>
                </a:path>
              </a:pathLst>
            </a:custGeom>
            <a:ln cap="flat" w="12700">
              <a:solidFill>
                <a:srgbClr val="F4F1E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1953194" y="2322836"/>
              <a:ext cx="9160800" cy="4944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988"/>
                </a:lnSpc>
              </a:pPr>
              <a:r>
                <a:rPr lang="en-US" sz="13988">
                  <a:solidFill>
                    <a:srgbClr val="FFFFFF"/>
                  </a:solidFill>
                  <a:latin typeface="TT Hoves"/>
                  <a:ea typeface="TT Hoves"/>
                  <a:cs typeface="TT Hoves"/>
                  <a:sym typeface="TT Hoves"/>
                </a:rPr>
                <a:t>Today's Plan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55576" y="848220"/>
            <a:ext cx="4912357" cy="4290559"/>
            <a:chOff x="0" y="0"/>
            <a:chExt cx="1408672" cy="12303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8672" cy="1230365"/>
            </a:xfrm>
            <a:custGeom>
              <a:avLst/>
              <a:gdLst/>
              <a:ahLst/>
              <a:cxnLst/>
              <a:rect r="r" b="b" t="t" l="l"/>
              <a:pathLst>
                <a:path h="1230365" w="1408672">
                  <a:moveTo>
                    <a:pt x="37824" y="0"/>
                  </a:moveTo>
                  <a:lnTo>
                    <a:pt x="1370848" y="0"/>
                  </a:lnTo>
                  <a:cubicBezTo>
                    <a:pt x="1391738" y="0"/>
                    <a:pt x="1408672" y="16934"/>
                    <a:pt x="1408672" y="37824"/>
                  </a:cubicBezTo>
                  <a:lnTo>
                    <a:pt x="1408672" y="1192540"/>
                  </a:lnTo>
                  <a:cubicBezTo>
                    <a:pt x="1408672" y="1213430"/>
                    <a:pt x="1391738" y="1230365"/>
                    <a:pt x="1370848" y="1230365"/>
                  </a:cubicBezTo>
                  <a:lnTo>
                    <a:pt x="37824" y="1230365"/>
                  </a:lnTo>
                  <a:cubicBezTo>
                    <a:pt x="16934" y="1230365"/>
                    <a:pt x="0" y="1213430"/>
                    <a:pt x="0" y="1192540"/>
                  </a:cubicBezTo>
                  <a:lnTo>
                    <a:pt x="0" y="37824"/>
                  </a:lnTo>
                  <a:cubicBezTo>
                    <a:pt x="0" y="16934"/>
                    <a:pt x="16934" y="0"/>
                    <a:pt x="37824" y="0"/>
                  </a:cubicBezTo>
                  <a:close/>
                </a:path>
              </a:pathLst>
            </a:custGeom>
            <a:blipFill>
              <a:blip r:embed="rId3"/>
              <a:stretch>
                <a:fillRect l="-15547" t="0" r="-15547" b="0"/>
              </a:stretch>
            </a:blipFill>
            <a:ln w="9525" cap="rnd">
              <a:solidFill>
                <a:srgbClr val="F4F1EE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53526" y="6514277"/>
            <a:ext cx="4674136" cy="3305565"/>
            <a:chOff x="0" y="0"/>
            <a:chExt cx="6232181" cy="4407420"/>
          </a:xfrm>
        </p:grpSpPr>
        <p:sp>
          <p:nvSpPr>
            <p:cNvPr name="Freeform 12" id="12"/>
            <p:cNvSpPr/>
            <p:nvPr/>
          </p:nvSpPr>
          <p:spPr>
            <a:xfrm>
              <a:off x="6350" y="6350"/>
              <a:ext cx="6219481" cy="4394721"/>
            </a:xfrm>
            <a:custGeom>
              <a:avLst/>
              <a:gdLst/>
              <a:ahLst/>
              <a:cxnLst/>
              <a:rect r="r" b="b" t="t" l="l"/>
              <a:pathLst>
                <a:path h="4394721" w="6219481">
                  <a:moveTo>
                    <a:pt x="6219481" y="1303381"/>
                  </a:moveTo>
                  <a:lnTo>
                    <a:pt x="6219481" y="4394721"/>
                  </a:lnTo>
                  <a:lnTo>
                    <a:pt x="0" y="4394721"/>
                  </a:lnTo>
                  <a:lnTo>
                    <a:pt x="0" y="0"/>
                  </a:lnTo>
                  <a:lnTo>
                    <a:pt x="5027221" y="0"/>
                  </a:lnTo>
                  <a:lnTo>
                    <a:pt x="5027221" y="1305446"/>
                  </a:lnTo>
                  <a:lnTo>
                    <a:pt x="6214140" y="1305446"/>
                  </a:lnTo>
                </a:path>
              </a:pathLst>
            </a:custGeom>
            <a:ln cap="flat" w="12700">
              <a:solidFill>
                <a:srgbClr val="F4F1E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379598" y="2092394"/>
              <a:ext cx="4794132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We're diving into a team design project, still in the brainstorming phase, where we're refining the initial concept.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04538" y="410505"/>
              <a:ext cx="3870523" cy="503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OVERVIEW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379598" y="1274191"/>
              <a:ext cx="495960" cy="495960"/>
            </a:xfrm>
            <a:custGeom>
              <a:avLst/>
              <a:gdLst/>
              <a:ahLst/>
              <a:cxnLst/>
              <a:rect r="r" b="b" t="t" l="l"/>
              <a:pathLst>
                <a:path h="495960" w="495960">
                  <a:moveTo>
                    <a:pt x="0" y="0"/>
                  </a:moveTo>
                  <a:lnTo>
                    <a:pt x="495960" y="0"/>
                  </a:lnTo>
                  <a:lnTo>
                    <a:pt x="495960" y="495960"/>
                  </a:lnTo>
                  <a:lnTo>
                    <a:pt x="0" y="49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06932" y="6514277"/>
            <a:ext cx="4674136" cy="3305565"/>
            <a:chOff x="0" y="0"/>
            <a:chExt cx="6232181" cy="4407420"/>
          </a:xfrm>
        </p:grpSpPr>
        <p:sp>
          <p:nvSpPr>
            <p:cNvPr name="Freeform 17" id="17"/>
            <p:cNvSpPr/>
            <p:nvPr/>
          </p:nvSpPr>
          <p:spPr>
            <a:xfrm>
              <a:off x="6350" y="6350"/>
              <a:ext cx="6219481" cy="4394721"/>
            </a:xfrm>
            <a:custGeom>
              <a:avLst/>
              <a:gdLst/>
              <a:ahLst/>
              <a:cxnLst/>
              <a:rect r="r" b="b" t="t" l="l"/>
              <a:pathLst>
                <a:path h="4394721" w="6219481">
                  <a:moveTo>
                    <a:pt x="6219481" y="1303381"/>
                  </a:moveTo>
                  <a:lnTo>
                    <a:pt x="6219481" y="4394721"/>
                  </a:lnTo>
                  <a:lnTo>
                    <a:pt x="0" y="4394721"/>
                  </a:lnTo>
                  <a:lnTo>
                    <a:pt x="0" y="0"/>
                  </a:lnTo>
                  <a:lnTo>
                    <a:pt x="5027221" y="0"/>
                  </a:lnTo>
                  <a:lnTo>
                    <a:pt x="5027221" y="1305446"/>
                  </a:lnTo>
                  <a:lnTo>
                    <a:pt x="6214140" y="1305446"/>
                  </a:lnTo>
                </a:path>
              </a:pathLst>
            </a:custGeom>
            <a:ln cap="flat" w="12700">
              <a:solidFill>
                <a:srgbClr val="F4F1E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379598" y="2092394"/>
              <a:ext cx="3995464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What exciting elements can we add to this project to make it more interesting and practical?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79598" y="410505"/>
              <a:ext cx="3870523" cy="503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BRAINSTORM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427832" y="1274191"/>
              <a:ext cx="495960" cy="495960"/>
            </a:xfrm>
            <a:custGeom>
              <a:avLst/>
              <a:gdLst/>
              <a:ahLst/>
              <a:cxnLst/>
              <a:rect r="r" b="b" t="t" l="l"/>
              <a:pathLst>
                <a:path h="495960" w="495960">
                  <a:moveTo>
                    <a:pt x="0" y="0"/>
                  </a:moveTo>
                  <a:lnTo>
                    <a:pt x="495960" y="0"/>
                  </a:lnTo>
                  <a:lnTo>
                    <a:pt x="495960" y="495960"/>
                  </a:lnTo>
                  <a:lnTo>
                    <a:pt x="0" y="49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860338" y="6514277"/>
            <a:ext cx="4674136" cy="3305565"/>
            <a:chOff x="0" y="0"/>
            <a:chExt cx="6232181" cy="4407420"/>
          </a:xfrm>
        </p:grpSpPr>
        <p:sp>
          <p:nvSpPr>
            <p:cNvPr name="Freeform 22" id="22"/>
            <p:cNvSpPr/>
            <p:nvPr/>
          </p:nvSpPr>
          <p:spPr>
            <a:xfrm>
              <a:off x="6350" y="6350"/>
              <a:ext cx="6219481" cy="4394721"/>
            </a:xfrm>
            <a:custGeom>
              <a:avLst/>
              <a:gdLst/>
              <a:ahLst/>
              <a:cxnLst/>
              <a:rect r="r" b="b" t="t" l="l"/>
              <a:pathLst>
                <a:path h="4394721" w="6219481">
                  <a:moveTo>
                    <a:pt x="6219481" y="1303381"/>
                  </a:moveTo>
                  <a:lnTo>
                    <a:pt x="6219481" y="4394721"/>
                  </a:lnTo>
                  <a:lnTo>
                    <a:pt x="0" y="4394721"/>
                  </a:lnTo>
                  <a:lnTo>
                    <a:pt x="0" y="0"/>
                  </a:lnTo>
                  <a:lnTo>
                    <a:pt x="5027221" y="0"/>
                  </a:lnTo>
                  <a:lnTo>
                    <a:pt x="5027221" y="1305446"/>
                  </a:lnTo>
                  <a:lnTo>
                    <a:pt x="6214140" y="1305446"/>
                  </a:lnTo>
                </a:path>
              </a:pathLst>
            </a:custGeom>
            <a:ln cap="flat" w="12700">
              <a:solidFill>
                <a:srgbClr val="F4F1E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383474" y="2092394"/>
              <a:ext cx="4161912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We'll wrap up our brainstorming session and discuss how we can take these ideas forward.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08414" y="410505"/>
              <a:ext cx="3870523" cy="503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SUMMARY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425449" y="1274191"/>
              <a:ext cx="495960" cy="495960"/>
            </a:xfrm>
            <a:custGeom>
              <a:avLst/>
              <a:gdLst/>
              <a:ahLst/>
              <a:cxnLst/>
              <a:rect r="r" b="b" t="t" l="l"/>
              <a:pathLst>
                <a:path h="495960" w="495960">
                  <a:moveTo>
                    <a:pt x="0" y="0"/>
                  </a:moveTo>
                  <a:lnTo>
                    <a:pt x="495960" y="0"/>
                  </a:lnTo>
                  <a:lnTo>
                    <a:pt x="495960" y="495960"/>
                  </a:lnTo>
                  <a:lnTo>
                    <a:pt x="0" y="495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17059" y="476250"/>
            <a:ext cx="2894691" cy="743940"/>
            <a:chOff x="0" y="0"/>
            <a:chExt cx="946254" cy="2431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6254" cy="243189"/>
            </a:xfrm>
            <a:custGeom>
              <a:avLst/>
              <a:gdLst/>
              <a:ahLst/>
              <a:cxnLst/>
              <a:rect r="r" b="b" t="t" l="l"/>
              <a:pathLst>
                <a:path h="243189" w="946254">
                  <a:moveTo>
                    <a:pt x="0" y="0"/>
                  </a:moveTo>
                  <a:lnTo>
                    <a:pt x="946254" y="0"/>
                  </a:lnTo>
                  <a:lnTo>
                    <a:pt x="946254" y="243189"/>
                  </a:lnTo>
                  <a:lnTo>
                    <a:pt x="0" y="243189"/>
                  </a:lnTo>
                  <a:close/>
                </a:path>
              </a:pathLst>
            </a:custGeom>
            <a:ln w="9525" cap="sq">
              <a:solidFill>
                <a:srgbClr val="70707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46254" cy="290814"/>
            </a:xfrm>
            <a:prstGeom prst="rect">
              <a:avLst/>
            </a:prstGeom>
          </p:spPr>
          <p:txBody>
            <a:bodyPr anchor="ctr" rtlCol="false" tIns="40929" lIns="40929" bIns="40929" rIns="40929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MOTTO</a:t>
              </a:r>
            </a:p>
          </p:txBody>
        </p:sp>
      </p:grpSp>
      <p:sp>
        <p:nvSpPr>
          <p:cNvPr name="Freeform 6" id="6"/>
          <p:cNvSpPr/>
          <p:nvPr/>
        </p:nvSpPr>
        <p:spPr>
          <a:xfrm>
            <a:off x="481012" y="2686286"/>
            <a:ext cx="14646954" cy="7600714"/>
          </a:xfrm>
          <a:custGeom>
            <a:avLst/>
            <a:gdLst/>
            <a:ahLst/>
            <a:cxnLst/>
            <a:rect r="r" b="b" t="t" l="l"/>
            <a:pathLst>
              <a:path h="7600714" w="14646954">
                <a:moveTo>
                  <a:pt x="8528307" y="7600714"/>
                </a:moveTo>
                <a:lnTo>
                  <a:pt x="8528307" y="5467725"/>
                </a:lnTo>
                <a:lnTo>
                  <a:pt x="14646955" y="5467725"/>
                </a:lnTo>
                <a:lnTo>
                  <a:pt x="14646955" y="0"/>
                </a:lnTo>
                <a:lnTo>
                  <a:pt x="0" y="0"/>
                </a:lnTo>
                <a:lnTo>
                  <a:pt x="0" y="7600714"/>
                </a:lnTo>
              </a:path>
            </a:pathLst>
          </a:custGeom>
          <a:ln cap="flat" w="9525">
            <a:solidFill>
              <a:srgbClr val="7070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51780" y="3825023"/>
            <a:ext cx="12243893" cy="421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Our journey towards design excellence is all about unlocking potential through collaboration.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51780" y="2248061"/>
            <a:ext cx="4752420" cy="916099"/>
            <a:chOff x="0" y="0"/>
            <a:chExt cx="6336559" cy="122146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336559" cy="1221466"/>
              <a:chOff x="0" y="0"/>
              <a:chExt cx="1827776" cy="35233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827776" cy="352331"/>
              </a:xfrm>
              <a:custGeom>
                <a:avLst/>
                <a:gdLst/>
                <a:ahLst/>
                <a:cxnLst/>
                <a:rect r="r" b="b" t="t" l="l"/>
                <a:pathLst>
                  <a:path h="352331" w="1827776">
                    <a:moveTo>
                      <a:pt x="0" y="0"/>
                    </a:moveTo>
                    <a:lnTo>
                      <a:pt x="1827776" y="0"/>
                    </a:lnTo>
                    <a:lnTo>
                      <a:pt x="1827776" y="352331"/>
                    </a:lnTo>
                    <a:lnTo>
                      <a:pt x="0" y="352331"/>
                    </a:lnTo>
                    <a:close/>
                  </a:path>
                </a:pathLst>
              </a:custGeom>
              <a:solidFill>
                <a:srgbClr val="060606"/>
              </a:solidFill>
              <a:ln w="9525" cap="sq">
                <a:solidFill>
                  <a:srgbClr val="70707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827776" cy="3999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23594" y="336301"/>
              <a:ext cx="5089371" cy="586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1"/>
                </a:lnSpc>
              </a:pPr>
              <a:r>
                <a:rPr lang="en-US" sz="308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TODAY'S MOTTO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21261" y="3164161"/>
            <a:ext cx="584662" cy="584662"/>
          </a:xfrm>
          <a:custGeom>
            <a:avLst/>
            <a:gdLst/>
            <a:ahLst/>
            <a:cxnLst/>
            <a:rect r="r" b="b" t="t" l="l"/>
            <a:pathLst>
              <a:path h="584662" w="584662">
                <a:moveTo>
                  <a:pt x="0" y="0"/>
                </a:moveTo>
                <a:lnTo>
                  <a:pt x="584662" y="0"/>
                </a:lnTo>
                <a:lnTo>
                  <a:pt x="584662" y="584662"/>
                </a:lnTo>
                <a:lnTo>
                  <a:pt x="0" y="58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66847" r="0" b="-1093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9193" y="5846136"/>
            <a:ext cx="16355825" cy="3973706"/>
            <a:chOff x="0" y="0"/>
            <a:chExt cx="21807767" cy="5298275"/>
          </a:xfrm>
        </p:grpSpPr>
        <p:sp>
          <p:nvSpPr>
            <p:cNvPr name="Freeform 4" id="4"/>
            <p:cNvSpPr/>
            <p:nvPr/>
          </p:nvSpPr>
          <p:spPr>
            <a:xfrm>
              <a:off x="6350" y="6350"/>
              <a:ext cx="21795067" cy="5285575"/>
            </a:xfrm>
            <a:custGeom>
              <a:avLst/>
              <a:gdLst/>
              <a:ahLst/>
              <a:cxnLst/>
              <a:rect r="r" b="b" t="t" l="l"/>
              <a:pathLst>
                <a:path h="5285575" w="21795067">
                  <a:moveTo>
                    <a:pt x="13993862" y="1552210"/>
                  </a:moveTo>
                  <a:lnTo>
                    <a:pt x="21795067" y="1552210"/>
                  </a:lnTo>
                  <a:lnTo>
                    <a:pt x="21795067" y="5285575"/>
                  </a:lnTo>
                  <a:lnTo>
                    <a:pt x="0" y="5285575"/>
                  </a:lnTo>
                  <a:lnTo>
                    <a:pt x="0" y="0"/>
                  </a:lnTo>
                  <a:lnTo>
                    <a:pt x="6933773" y="0"/>
                  </a:lnTo>
                  <a:lnTo>
                    <a:pt x="6933773" y="1552210"/>
                  </a:lnTo>
                  <a:lnTo>
                    <a:pt x="13993862" y="1552210"/>
                  </a:lnTo>
                </a:path>
              </a:pathLst>
            </a:custGeom>
            <a:ln cap="flat" w="12700">
              <a:solidFill>
                <a:srgbClr val="F4F1E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769913" y="510075"/>
              <a:ext cx="5003383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4F1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DESIGN PROGRESS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769913" y="2814082"/>
              <a:ext cx="5626737" cy="1252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9"/>
                </a:lnSpc>
              </a:pPr>
              <a:r>
                <a:rPr lang="en-US" sz="1821">
                  <a:solidFill>
                    <a:srgbClr val="F4F1EE"/>
                  </a:solidFill>
                  <a:latin typeface="Arimo"/>
                  <a:ea typeface="Arimo"/>
                  <a:cs typeface="Arimo"/>
                  <a:sym typeface="Arimo"/>
                </a:rPr>
                <a:t>We can see the preview of the project’s design progress below. We are currently in the creative development stage.</a:t>
              </a:r>
            </a:p>
          </p:txBody>
        </p:sp>
      </p:grpSp>
      <p:sp>
        <p:nvSpPr>
          <p:cNvPr name="AutoShape 7" id="7"/>
          <p:cNvSpPr/>
          <p:nvPr/>
        </p:nvSpPr>
        <p:spPr>
          <a:xfrm flipH="true">
            <a:off x="8949790" y="8447640"/>
            <a:ext cx="761078" cy="0"/>
          </a:xfrm>
          <a:prstGeom prst="line">
            <a:avLst/>
          </a:prstGeom>
          <a:ln cap="flat" w="19050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>
            <a:off x="11792740" y="7860829"/>
            <a:ext cx="1527810" cy="586811"/>
          </a:xfrm>
          <a:custGeom>
            <a:avLst/>
            <a:gdLst/>
            <a:ahLst/>
            <a:cxnLst/>
            <a:rect r="r" b="b" t="t" l="l"/>
            <a:pathLst>
              <a:path h="586811" w="1527810">
                <a:moveTo>
                  <a:pt x="1527810" y="0"/>
                </a:moveTo>
                <a:lnTo>
                  <a:pt x="763905" y="0"/>
                </a:lnTo>
                <a:lnTo>
                  <a:pt x="763905" y="586811"/>
                </a:lnTo>
                <a:lnTo>
                  <a:pt x="0" y="586811"/>
                </a:lnTo>
              </a:path>
            </a:pathLst>
          </a:custGeom>
          <a:ln cap="flat" w="19050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11792740" y="8447640"/>
            <a:ext cx="1527810" cy="586811"/>
          </a:xfrm>
          <a:custGeom>
            <a:avLst/>
            <a:gdLst/>
            <a:ahLst/>
            <a:cxnLst/>
            <a:rect r="r" b="b" t="t" l="l"/>
            <a:pathLst>
              <a:path h="586811" w="1527810">
                <a:moveTo>
                  <a:pt x="0" y="0"/>
                </a:moveTo>
                <a:lnTo>
                  <a:pt x="763905" y="0"/>
                </a:lnTo>
                <a:lnTo>
                  <a:pt x="763905" y="586812"/>
                </a:lnTo>
                <a:lnTo>
                  <a:pt x="1527810" y="586812"/>
                </a:lnTo>
              </a:path>
            </a:pathLst>
          </a:custGeom>
          <a:ln cap="flat" w="19050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768904" y="7999002"/>
            <a:ext cx="2180885" cy="897276"/>
            <a:chOff x="0" y="0"/>
            <a:chExt cx="2907847" cy="119636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907847" cy="1196368"/>
              <a:chOff x="0" y="0"/>
              <a:chExt cx="574390" cy="23632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74390" cy="236320"/>
              </a:xfrm>
              <a:custGeom>
                <a:avLst/>
                <a:gdLst/>
                <a:ahLst/>
                <a:cxnLst/>
                <a:rect r="r" b="b" t="t" l="l"/>
                <a:pathLst>
                  <a:path h="236320" w="574390">
                    <a:moveTo>
                      <a:pt x="0" y="0"/>
                    </a:moveTo>
                    <a:lnTo>
                      <a:pt x="574390" y="0"/>
                    </a:lnTo>
                    <a:lnTo>
                      <a:pt x="574390" y="236320"/>
                    </a:lnTo>
                    <a:lnTo>
                      <a:pt x="0" y="23632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F4F1EE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574390" cy="2744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82754" y="209352"/>
              <a:ext cx="2342338" cy="730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F4F1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DISCOVERY PHASE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20550" y="7549351"/>
            <a:ext cx="3301631" cy="622956"/>
            <a:chOff x="0" y="0"/>
            <a:chExt cx="4402175" cy="83060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02175" cy="830608"/>
              <a:chOff x="0" y="0"/>
              <a:chExt cx="869565" cy="16407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69565" cy="164071"/>
              </a:xfrm>
              <a:custGeom>
                <a:avLst/>
                <a:gdLst/>
                <a:ahLst/>
                <a:cxnLst/>
                <a:rect r="r" b="b" t="t" l="l"/>
                <a:pathLst>
                  <a:path h="164071" w="869565">
                    <a:moveTo>
                      <a:pt x="0" y="0"/>
                    </a:moveTo>
                    <a:lnTo>
                      <a:pt x="869565" y="0"/>
                    </a:lnTo>
                    <a:lnTo>
                      <a:pt x="869565" y="164071"/>
                    </a:lnTo>
                    <a:lnTo>
                      <a:pt x="0" y="164071"/>
                    </a:lnTo>
                    <a:close/>
                  </a:path>
                </a:pathLst>
              </a:custGeom>
              <a:ln w="9525" cap="sq">
                <a:solidFill>
                  <a:srgbClr val="F4F1EE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69565" cy="202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28060" y="210622"/>
              <a:ext cx="3546054" cy="361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F4F1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CREATIVE BRAINSTORM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20550" y="8722974"/>
            <a:ext cx="3301631" cy="622956"/>
            <a:chOff x="0" y="0"/>
            <a:chExt cx="4402175" cy="83060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402175" cy="830608"/>
              <a:chOff x="0" y="0"/>
              <a:chExt cx="869565" cy="16407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69565" cy="164071"/>
              </a:xfrm>
              <a:custGeom>
                <a:avLst/>
                <a:gdLst/>
                <a:ahLst/>
                <a:cxnLst/>
                <a:rect r="r" b="b" t="t" l="l"/>
                <a:pathLst>
                  <a:path h="164071" w="869565">
                    <a:moveTo>
                      <a:pt x="0" y="0"/>
                    </a:moveTo>
                    <a:lnTo>
                      <a:pt x="869565" y="0"/>
                    </a:lnTo>
                    <a:lnTo>
                      <a:pt x="869565" y="164071"/>
                    </a:lnTo>
                    <a:lnTo>
                      <a:pt x="0" y="164071"/>
                    </a:lnTo>
                    <a:close/>
                  </a:path>
                </a:pathLst>
              </a:custGeom>
              <a:ln w="9525" cap="sq">
                <a:solidFill>
                  <a:srgbClr val="F4F1EE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869565" cy="202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28060" y="210622"/>
              <a:ext cx="3546054" cy="361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F4F1E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IDEA BRAINSTORM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10868" y="7999002"/>
            <a:ext cx="2081872" cy="897276"/>
            <a:chOff x="0" y="0"/>
            <a:chExt cx="2775830" cy="119636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775830" cy="1196368"/>
              <a:chOff x="0" y="0"/>
              <a:chExt cx="548312" cy="23632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48312" cy="236320"/>
              </a:xfrm>
              <a:custGeom>
                <a:avLst/>
                <a:gdLst/>
                <a:ahLst/>
                <a:cxnLst/>
                <a:rect r="r" b="b" t="t" l="l"/>
                <a:pathLst>
                  <a:path h="236320" w="548312">
                    <a:moveTo>
                      <a:pt x="0" y="0"/>
                    </a:moveTo>
                    <a:lnTo>
                      <a:pt x="548312" y="0"/>
                    </a:lnTo>
                    <a:lnTo>
                      <a:pt x="548312" y="236320"/>
                    </a:lnTo>
                    <a:lnTo>
                      <a:pt x="0" y="236320"/>
                    </a:lnTo>
                    <a:close/>
                  </a:path>
                </a:pathLst>
              </a:custGeom>
              <a:solidFill>
                <a:srgbClr val="F4F1EE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548312" cy="2744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69917" y="209352"/>
              <a:ext cx="2235995" cy="730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b="true" sz="1599">
                  <a:solidFill>
                    <a:srgbClr val="052E1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CREATIVE DEVELOPMENT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13963" y="306288"/>
            <a:ext cx="8896967" cy="363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23"/>
              </a:lnSpc>
              <a:spcBef>
                <a:spcPct val="0"/>
              </a:spcBef>
            </a:pPr>
            <a:r>
              <a:rPr lang="en-US" sz="14023" strike="noStrike" u="none">
                <a:solidFill>
                  <a:srgbClr val="F4F1EE"/>
                </a:solidFill>
                <a:latin typeface="TT Hoves"/>
                <a:ea typeface="TT Hoves"/>
                <a:cs typeface="TT Hoves"/>
                <a:sym typeface="TT Hoves"/>
              </a:rPr>
              <a:t>Project Overview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09316" y="4271426"/>
            <a:ext cx="5749947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39">
                <a:solidFill>
                  <a:srgbClr val="F4F1EE"/>
                </a:solidFill>
                <a:latin typeface="Arimo"/>
                <a:ea typeface="Arimo"/>
                <a:cs typeface="Arimo"/>
                <a:sym typeface="Arimo"/>
              </a:rPr>
              <a:t>This project revolves around the art of crafting a website that serves as a dynamic and user-friendly hub for Liceria &amp; Co., making their online presence as versatile as their business.</a:t>
            </a:r>
          </a:p>
        </p:txBody>
      </p:sp>
      <p:sp>
        <p:nvSpPr>
          <p:cNvPr name="Freeform 32" id="32"/>
          <p:cNvSpPr/>
          <p:nvPr/>
        </p:nvSpPr>
        <p:spPr>
          <a:xfrm>
            <a:off x="-1895764" y="-2246694"/>
            <a:ext cx="10790212" cy="6748946"/>
          </a:xfrm>
          <a:custGeom>
            <a:avLst/>
            <a:gdLst/>
            <a:ahLst/>
            <a:cxnLst/>
            <a:rect r="r" b="b" t="t" l="l"/>
            <a:pathLst>
              <a:path h="6748946" w="10790212">
                <a:moveTo>
                  <a:pt x="0" y="6748946"/>
                </a:moveTo>
                <a:lnTo>
                  <a:pt x="10790212" y="6748946"/>
                </a:lnTo>
                <a:lnTo>
                  <a:pt x="10790212" y="3603804"/>
                </a:lnTo>
                <a:lnTo>
                  <a:pt x="8897126" y="3603804"/>
                </a:lnTo>
                <a:lnTo>
                  <a:pt x="8897126" y="0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1109316" y="1397900"/>
            <a:ext cx="3291556" cy="2359176"/>
            <a:chOff x="0" y="0"/>
            <a:chExt cx="1050066" cy="7526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0066" cy="752620"/>
            </a:xfrm>
            <a:custGeom>
              <a:avLst/>
              <a:gdLst/>
              <a:ahLst/>
              <a:cxnLst/>
              <a:rect r="r" b="b" t="t" l="l"/>
              <a:pathLst>
                <a:path h="752620" w="1050066">
                  <a:moveTo>
                    <a:pt x="56449" y="0"/>
                  </a:moveTo>
                  <a:lnTo>
                    <a:pt x="993617" y="0"/>
                  </a:lnTo>
                  <a:cubicBezTo>
                    <a:pt x="1008588" y="0"/>
                    <a:pt x="1022946" y="5947"/>
                    <a:pt x="1033533" y="16534"/>
                  </a:cubicBezTo>
                  <a:cubicBezTo>
                    <a:pt x="1044119" y="27120"/>
                    <a:pt x="1050066" y="41478"/>
                    <a:pt x="1050066" y="56449"/>
                  </a:cubicBezTo>
                  <a:lnTo>
                    <a:pt x="1050066" y="696170"/>
                  </a:lnTo>
                  <a:cubicBezTo>
                    <a:pt x="1050066" y="727347"/>
                    <a:pt x="1024793" y="752620"/>
                    <a:pt x="993617" y="752620"/>
                  </a:cubicBezTo>
                  <a:lnTo>
                    <a:pt x="56449" y="752620"/>
                  </a:lnTo>
                  <a:cubicBezTo>
                    <a:pt x="25273" y="752620"/>
                    <a:pt x="0" y="727347"/>
                    <a:pt x="0" y="696170"/>
                  </a:cubicBezTo>
                  <a:lnTo>
                    <a:pt x="0" y="56449"/>
                  </a:lnTo>
                  <a:cubicBezTo>
                    <a:pt x="0" y="25273"/>
                    <a:pt x="25273" y="0"/>
                    <a:pt x="56449" y="0"/>
                  </a:cubicBezTo>
                  <a:close/>
                </a:path>
              </a:pathLst>
            </a:custGeom>
            <a:blipFill>
              <a:blip r:embed="rId3"/>
              <a:stretch>
                <a:fillRect l="-3788" t="0" r="-3788" b="0"/>
              </a:stretch>
            </a:blipFill>
            <a:ln w="9525" cap="rnd">
              <a:solidFill>
                <a:srgbClr val="F4F1EE"/>
              </a:solidFill>
              <a:prstDash val="solid"/>
              <a:round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917059" y="476250"/>
            <a:ext cx="2894691" cy="743940"/>
            <a:chOff x="0" y="0"/>
            <a:chExt cx="946254" cy="24318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6254" cy="243189"/>
            </a:xfrm>
            <a:custGeom>
              <a:avLst/>
              <a:gdLst/>
              <a:ahLst/>
              <a:cxnLst/>
              <a:rect r="r" b="b" t="t" l="l"/>
              <a:pathLst>
                <a:path h="243189" w="946254">
                  <a:moveTo>
                    <a:pt x="0" y="0"/>
                  </a:moveTo>
                  <a:lnTo>
                    <a:pt x="946254" y="0"/>
                  </a:lnTo>
                  <a:lnTo>
                    <a:pt x="946254" y="243189"/>
                  </a:lnTo>
                  <a:lnTo>
                    <a:pt x="0" y="243189"/>
                  </a:lnTo>
                  <a:close/>
                </a:path>
              </a:pathLst>
            </a:custGeom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46254" cy="290814"/>
            </a:xfrm>
            <a:prstGeom prst="rect">
              <a:avLst/>
            </a:prstGeom>
          </p:spPr>
          <p:txBody>
            <a:bodyPr anchor="ctr" rtlCol="false" tIns="40929" lIns="40929" bIns="40929" rIns="40929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4F1EE"/>
                  </a:solidFill>
                  <a:latin typeface="Arimo"/>
                  <a:ea typeface="Arimo"/>
                  <a:cs typeface="Arimo"/>
                  <a:sym typeface="Arimo"/>
                </a:rPr>
                <a:t>OVERVI</a:t>
              </a:r>
              <a:r>
                <a:rPr lang="en-US" sz="2000" strike="noStrike" u="none">
                  <a:solidFill>
                    <a:srgbClr val="F4F1EE"/>
                  </a:solidFill>
                  <a:latin typeface="Arimo"/>
                  <a:ea typeface="Arimo"/>
                  <a:cs typeface="Arimo"/>
                  <a:sym typeface="Arimo"/>
                </a:rPr>
                <a:t>E</a:t>
              </a:r>
              <a:r>
                <a:rPr lang="en-US" sz="2000" strike="noStrike" u="none">
                  <a:solidFill>
                    <a:srgbClr val="F4F1EE"/>
                  </a:solidFill>
                  <a:latin typeface="Arimo"/>
                  <a:ea typeface="Arimo"/>
                  <a:cs typeface="Arimo"/>
                  <a:sym typeface="Arimo"/>
                </a:rPr>
                <a:t>W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619250" y="7177381"/>
            <a:ext cx="371970" cy="371970"/>
          </a:xfrm>
          <a:custGeom>
            <a:avLst/>
            <a:gdLst/>
            <a:ahLst/>
            <a:cxnLst/>
            <a:rect r="r" b="b" t="t" l="l"/>
            <a:pathLst>
              <a:path h="371970" w="371970">
                <a:moveTo>
                  <a:pt x="0" y="0"/>
                </a:moveTo>
                <a:lnTo>
                  <a:pt x="371970" y="0"/>
                </a:lnTo>
                <a:lnTo>
                  <a:pt x="371970" y="371970"/>
                </a:lnTo>
                <a:lnTo>
                  <a:pt x="0" y="371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>
            <a:off x="4713225" y="1717497"/>
            <a:ext cx="6315454" cy="2466929"/>
          </a:xfrm>
          <a:custGeom>
            <a:avLst/>
            <a:gdLst/>
            <a:ahLst/>
            <a:cxnLst/>
            <a:rect r="r" b="b" t="t" l="l"/>
            <a:pathLst>
              <a:path h="2466929" w="6315454">
                <a:moveTo>
                  <a:pt x="4664611" y="610159"/>
                </a:moveTo>
                <a:lnTo>
                  <a:pt x="6315455" y="610159"/>
                </a:lnTo>
                <a:lnTo>
                  <a:pt x="6315455" y="2466929"/>
                </a:lnTo>
                <a:lnTo>
                  <a:pt x="0" y="2466929"/>
                </a:lnTo>
                <a:lnTo>
                  <a:pt x="0" y="0"/>
                </a:lnTo>
                <a:lnTo>
                  <a:pt x="2369781" y="0"/>
                </a:lnTo>
                <a:lnTo>
                  <a:pt x="2369781" y="611708"/>
                </a:lnTo>
                <a:lnTo>
                  <a:pt x="4660605" y="611708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11491533" y="1717497"/>
            <a:ext cx="6315454" cy="2466929"/>
          </a:xfrm>
          <a:custGeom>
            <a:avLst/>
            <a:gdLst/>
            <a:ahLst/>
            <a:cxnLst/>
            <a:rect r="r" b="b" t="t" l="l"/>
            <a:pathLst>
              <a:path h="2466929" w="6315454">
                <a:moveTo>
                  <a:pt x="4664611" y="610159"/>
                </a:moveTo>
                <a:lnTo>
                  <a:pt x="6315455" y="610159"/>
                </a:lnTo>
                <a:lnTo>
                  <a:pt x="6315455" y="2466929"/>
                </a:lnTo>
                <a:lnTo>
                  <a:pt x="0" y="2466929"/>
                </a:lnTo>
                <a:lnTo>
                  <a:pt x="0" y="0"/>
                </a:lnTo>
                <a:lnTo>
                  <a:pt x="2327796" y="0"/>
                </a:lnTo>
                <a:lnTo>
                  <a:pt x="2327796" y="611708"/>
                </a:lnTo>
                <a:lnTo>
                  <a:pt x="4660605" y="611708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4713225" y="4913936"/>
            <a:ext cx="6315454" cy="2466929"/>
          </a:xfrm>
          <a:custGeom>
            <a:avLst/>
            <a:gdLst/>
            <a:ahLst/>
            <a:cxnLst/>
            <a:rect r="r" b="b" t="t" l="l"/>
            <a:pathLst>
              <a:path h="2466929" w="6315454">
                <a:moveTo>
                  <a:pt x="4664611" y="610158"/>
                </a:moveTo>
                <a:lnTo>
                  <a:pt x="6315455" y="610158"/>
                </a:lnTo>
                <a:lnTo>
                  <a:pt x="6315455" y="2466929"/>
                </a:lnTo>
                <a:lnTo>
                  <a:pt x="0" y="2466929"/>
                </a:lnTo>
                <a:lnTo>
                  <a:pt x="0" y="0"/>
                </a:lnTo>
                <a:lnTo>
                  <a:pt x="3069365" y="0"/>
                </a:lnTo>
                <a:lnTo>
                  <a:pt x="3069365" y="611708"/>
                </a:lnTo>
                <a:lnTo>
                  <a:pt x="4660605" y="611708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11491533" y="4913936"/>
            <a:ext cx="6315454" cy="2466929"/>
          </a:xfrm>
          <a:custGeom>
            <a:avLst/>
            <a:gdLst/>
            <a:ahLst/>
            <a:cxnLst/>
            <a:rect r="r" b="b" t="t" l="l"/>
            <a:pathLst>
              <a:path h="2466929" w="6315454">
                <a:moveTo>
                  <a:pt x="4664611" y="610158"/>
                </a:moveTo>
                <a:lnTo>
                  <a:pt x="6315455" y="610158"/>
                </a:lnTo>
                <a:lnTo>
                  <a:pt x="6315455" y="2466929"/>
                </a:lnTo>
                <a:lnTo>
                  <a:pt x="0" y="2466929"/>
                </a:lnTo>
                <a:lnTo>
                  <a:pt x="0" y="0"/>
                </a:lnTo>
                <a:lnTo>
                  <a:pt x="2894611" y="0"/>
                </a:lnTo>
                <a:lnTo>
                  <a:pt x="2894611" y="611708"/>
                </a:lnTo>
                <a:lnTo>
                  <a:pt x="4660605" y="611708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4998674" y="1840658"/>
            <a:ext cx="205084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4F1EE"/>
                </a:solidFill>
                <a:latin typeface="Arimo Bold"/>
                <a:ea typeface="Arimo Bold"/>
                <a:cs typeface="Arimo Bold"/>
                <a:sym typeface="Arimo Bold"/>
              </a:rPr>
              <a:t>MAIN IDEA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76982" y="1840658"/>
            <a:ext cx="207184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4F1EE"/>
                </a:solidFill>
                <a:latin typeface="Arimo Bold"/>
                <a:ea typeface="Arimo Bold"/>
                <a:cs typeface="Arimo Bold"/>
                <a:sym typeface="Arimo Bold"/>
              </a:rPr>
              <a:t>NEW IDEA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98674" y="5037096"/>
            <a:ext cx="258116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4F1EE"/>
                </a:solidFill>
                <a:latin typeface="Arimo Bold"/>
                <a:ea typeface="Arimo Bold"/>
                <a:cs typeface="Arimo Bold"/>
                <a:sym typeface="Arimo Bold"/>
              </a:rPr>
              <a:t>POTENTIAL IDEA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76982" y="5037096"/>
            <a:ext cx="232375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4F1EE"/>
                </a:solidFill>
                <a:latin typeface="Arimo Bold"/>
                <a:ea typeface="Arimo Bold"/>
                <a:cs typeface="Arimo Bold"/>
                <a:sym typeface="Arimo Bold"/>
              </a:rPr>
              <a:t>BACKUP IDEA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98674" y="2691394"/>
            <a:ext cx="516232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Our goal is to design a website that embodies ease of use and adaptability. We want it to be an informative digital space for all users.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76982" y="2691394"/>
            <a:ext cx="516232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Applying recent design trends into Larana, Inc.'s website to enhance its visual appeal and usability for user experience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98674" y="5887832"/>
            <a:ext cx="516232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Let’s explore out collective creativity to shape this project into something that resonates with the purpose of the 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76982" y="5887832"/>
            <a:ext cx="516232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Let's consider unconventional approaches to website branding. This could be an innovative solutions that perfectly suit Larana, Inc.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3705" y="8329339"/>
            <a:ext cx="9857083" cy="186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30"/>
              </a:lnSpc>
              <a:spcBef>
                <a:spcPct val="0"/>
              </a:spcBef>
            </a:pPr>
            <a:r>
              <a:rPr lang="en-US" sz="14030" strike="noStrike" u="none">
                <a:solidFill>
                  <a:srgbClr val="F4F1EE"/>
                </a:solidFill>
                <a:latin typeface="TT Hoves"/>
                <a:ea typeface="TT Hoves"/>
                <a:cs typeface="TT Hoves"/>
                <a:sym typeface="TT Hoves"/>
              </a:rPr>
              <a:t>Brainstorm</a:t>
            </a:r>
          </a:p>
        </p:txBody>
      </p:sp>
      <p:sp>
        <p:nvSpPr>
          <p:cNvPr name="Freeform 16" id="16"/>
          <p:cNvSpPr/>
          <p:nvPr/>
        </p:nvSpPr>
        <p:spPr>
          <a:xfrm>
            <a:off x="-2672216" y="7867442"/>
            <a:ext cx="13700895" cy="3088337"/>
          </a:xfrm>
          <a:custGeom>
            <a:avLst/>
            <a:gdLst/>
            <a:ahLst/>
            <a:cxnLst/>
            <a:rect r="r" b="b" t="t" l="l"/>
            <a:pathLst>
              <a:path h="3088337" w="13700895">
                <a:moveTo>
                  <a:pt x="0" y="0"/>
                </a:moveTo>
                <a:lnTo>
                  <a:pt x="0" y="145992"/>
                </a:lnTo>
                <a:lnTo>
                  <a:pt x="13700896" y="145992"/>
                </a:lnTo>
                <a:lnTo>
                  <a:pt x="13700896" y="3088337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476250" y="1702005"/>
            <a:ext cx="3609306" cy="3559564"/>
            <a:chOff x="0" y="0"/>
            <a:chExt cx="1151434" cy="11355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1434" cy="1135566"/>
            </a:xfrm>
            <a:custGeom>
              <a:avLst/>
              <a:gdLst/>
              <a:ahLst/>
              <a:cxnLst/>
              <a:rect r="r" b="b" t="t" l="l"/>
              <a:pathLst>
                <a:path h="1135566" w="1151434">
                  <a:moveTo>
                    <a:pt x="51480" y="0"/>
                  </a:moveTo>
                  <a:lnTo>
                    <a:pt x="1099955" y="0"/>
                  </a:lnTo>
                  <a:cubicBezTo>
                    <a:pt x="1113608" y="0"/>
                    <a:pt x="1126702" y="5424"/>
                    <a:pt x="1136356" y="15078"/>
                  </a:cubicBezTo>
                  <a:cubicBezTo>
                    <a:pt x="1146011" y="24732"/>
                    <a:pt x="1151434" y="37826"/>
                    <a:pt x="1151434" y="51480"/>
                  </a:cubicBezTo>
                  <a:lnTo>
                    <a:pt x="1151434" y="1084086"/>
                  </a:lnTo>
                  <a:cubicBezTo>
                    <a:pt x="1151434" y="1112517"/>
                    <a:pt x="1128386" y="1135566"/>
                    <a:pt x="1099955" y="1135566"/>
                  </a:cubicBezTo>
                  <a:lnTo>
                    <a:pt x="51480" y="1135566"/>
                  </a:lnTo>
                  <a:cubicBezTo>
                    <a:pt x="23048" y="1135566"/>
                    <a:pt x="0" y="1112517"/>
                    <a:pt x="0" y="1084086"/>
                  </a:cubicBezTo>
                  <a:lnTo>
                    <a:pt x="0" y="51480"/>
                  </a:lnTo>
                  <a:cubicBezTo>
                    <a:pt x="0" y="23048"/>
                    <a:pt x="23048" y="0"/>
                    <a:pt x="5148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6095" r="0" b="-26095"/>
              </a:stretch>
            </a:blipFill>
            <a:ln w="9525" cap="rnd">
              <a:solidFill>
                <a:srgbClr val="F4F1EE"/>
              </a:solidFill>
              <a:prstDash val="solid"/>
              <a:round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917059" y="476250"/>
            <a:ext cx="2894691" cy="743940"/>
            <a:chOff x="0" y="0"/>
            <a:chExt cx="946254" cy="2431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6254" cy="243189"/>
            </a:xfrm>
            <a:custGeom>
              <a:avLst/>
              <a:gdLst/>
              <a:ahLst/>
              <a:cxnLst/>
              <a:rect r="r" b="b" t="t" l="l"/>
              <a:pathLst>
                <a:path h="243189" w="946254">
                  <a:moveTo>
                    <a:pt x="0" y="0"/>
                  </a:moveTo>
                  <a:lnTo>
                    <a:pt x="946254" y="0"/>
                  </a:lnTo>
                  <a:lnTo>
                    <a:pt x="946254" y="243189"/>
                  </a:lnTo>
                  <a:lnTo>
                    <a:pt x="0" y="243189"/>
                  </a:lnTo>
                  <a:close/>
                </a:path>
              </a:pathLst>
            </a:custGeom>
            <a:ln w="9525" cap="sq">
              <a:solidFill>
                <a:srgbClr val="70707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46254" cy="290814"/>
            </a:xfrm>
            <a:prstGeom prst="rect">
              <a:avLst/>
            </a:prstGeom>
          </p:spPr>
          <p:txBody>
            <a:bodyPr anchor="ctr" rtlCol="false" tIns="40929" lIns="40929" bIns="40929" rIns="40929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BRAINSTORM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527994" y="3681430"/>
            <a:ext cx="285883" cy="285883"/>
          </a:xfrm>
          <a:custGeom>
            <a:avLst/>
            <a:gdLst/>
            <a:ahLst/>
            <a:cxnLst/>
            <a:rect r="r" b="b" t="t" l="l"/>
            <a:pathLst>
              <a:path h="285883" w="285883">
                <a:moveTo>
                  <a:pt x="0" y="0"/>
                </a:moveTo>
                <a:lnTo>
                  <a:pt x="285884" y="0"/>
                </a:lnTo>
                <a:lnTo>
                  <a:pt x="285884" y="285883"/>
                </a:lnTo>
                <a:lnTo>
                  <a:pt x="0" y="285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527994" y="6876692"/>
            <a:ext cx="285883" cy="285883"/>
          </a:xfrm>
          <a:custGeom>
            <a:avLst/>
            <a:gdLst/>
            <a:ahLst/>
            <a:cxnLst/>
            <a:rect r="r" b="b" t="t" l="l"/>
            <a:pathLst>
              <a:path h="285883" w="285883">
                <a:moveTo>
                  <a:pt x="0" y="0"/>
                </a:moveTo>
                <a:lnTo>
                  <a:pt x="285884" y="0"/>
                </a:lnTo>
                <a:lnTo>
                  <a:pt x="285884" y="285883"/>
                </a:lnTo>
                <a:lnTo>
                  <a:pt x="0" y="285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310779" y="3681430"/>
            <a:ext cx="285883" cy="285883"/>
          </a:xfrm>
          <a:custGeom>
            <a:avLst/>
            <a:gdLst/>
            <a:ahLst/>
            <a:cxnLst/>
            <a:rect r="r" b="b" t="t" l="l"/>
            <a:pathLst>
              <a:path h="285883" w="285883">
                <a:moveTo>
                  <a:pt x="0" y="0"/>
                </a:moveTo>
                <a:lnTo>
                  <a:pt x="285883" y="0"/>
                </a:lnTo>
                <a:lnTo>
                  <a:pt x="285883" y="285883"/>
                </a:lnTo>
                <a:lnTo>
                  <a:pt x="0" y="285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310779" y="6876692"/>
            <a:ext cx="285883" cy="285883"/>
          </a:xfrm>
          <a:custGeom>
            <a:avLst/>
            <a:gdLst/>
            <a:ahLst/>
            <a:cxnLst/>
            <a:rect r="r" b="b" t="t" l="l"/>
            <a:pathLst>
              <a:path h="285883" w="285883">
                <a:moveTo>
                  <a:pt x="0" y="0"/>
                </a:moveTo>
                <a:lnTo>
                  <a:pt x="285883" y="0"/>
                </a:lnTo>
                <a:lnTo>
                  <a:pt x="285883" y="285883"/>
                </a:lnTo>
                <a:lnTo>
                  <a:pt x="0" y="285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66847" r="0" b="-109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44552" y="2078773"/>
            <a:ext cx="4271248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4F1EE"/>
                </a:solidFill>
                <a:latin typeface="Arimo"/>
                <a:ea typeface="Arimo"/>
                <a:cs typeface="Arimo"/>
                <a:sym typeface="Arimo"/>
              </a:rPr>
              <a:t>In this phase, we will strategically develop and implement the website branding concepts generated during our brainstorming session.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44552" y="4888321"/>
            <a:ext cx="5018008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1999">
                <a:solidFill>
                  <a:srgbClr val="F4F1EE"/>
                </a:solidFill>
                <a:latin typeface="Arimo"/>
                <a:ea typeface="Arimo"/>
                <a:cs typeface="Arimo"/>
                <a:sym typeface="Arimo"/>
              </a:rPr>
              <a:t>Once the initial design is in place, we'll conduct rigorous testing to ensure that the website not only meets but exceeds our standards for usability and adaptability.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44552" y="8127164"/>
            <a:ext cx="446555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1999">
                <a:solidFill>
                  <a:srgbClr val="F4F1EE"/>
                </a:solidFill>
                <a:latin typeface="Arimo"/>
                <a:ea typeface="Arimo"/>
                <a:cs typeface="Arimo"/>
                <a:sym typeface="Arimo"/>
              </a:rPr>
              <a:t>After diligent work, we'll prepare for the project launch, gearing up to introduce your designs to the real world.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6622" y="2135923"/>
            <a:ext cx="2745702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</a:pPr>
            <a:r>
              <a:rPr lang="en-US" b="true" sz="2200">
                <a:solidFill>
                  <a:srgbClr val="F4F1EE"/>
                </a:solidFill>
                <a:latin typeface="Arimo Bold"/>
                <a:ea typeface="Arimo Bold"/>
                <a:cs typeface="Arimo Bold"/>
                <a:sym typeface="Arimo Bold"/>
              </a:rPr>
              <a:t>CREATION PHASE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633" y="4945471"/>
            <a:ext cx="2745702" cy="63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</a:pPr>
            <a:r>
              <a:rPr lang="en-US" b="true" sz="2200">
                <a:solidFill>
                  <a:srgbClr val="F4F1EE"/>
                </a:solidFill>
                <a:latin typeface="Arimo Bold"/>
                <a:ea typeface="Arimo Bold"/>
                <a:cs typeface="Arimo Bold"/>
                <a:sym typeface="Arimo Bold"/>
              </a:rPr>
              <a:t>TESTING AND REFINEMENT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633" y="7781724"/>
            <a:ext cx="2745702" cy="63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</a:pPr>
            <a:r>
              <a:rPr lang="en-US" b="true" sz="2200">
                <a:solidFill>
                  <a:srgbClr val="F4F1EE"/>
                </a:solidFill>
                <a:latin typeface="Arimo Bold"/>
                <a:ea typeface="Arimo Bold"/>
                <a:cs typeface="Arimo Bold"/>
                <a:sym typeface="Arimo Bold"/>
              </a:rPr>
              <a:t>PROJECT LAUNCH PREPARATION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917059" y="476250"/>
            <a:ext cx="2894691" cy="743940"/>
            <a:chOff x="0" y="0"/>
            <a:chExt cx="946254" cy="243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6254" cy="243189"/>
            </a:xfrm>
            <a:custGeom>
              <a:avLst/>
              <a:gdLst/>
              <a:ahLst/>
              <a:cxnLst/>
              <a:rect r="r" b="b" t="t" l="l"/>
              <a:pathLst>
                <a:path h="243189" w="946254">
                  <a:moveTo>
                    <a:pt x="0" y="0"/>
                  </a:moveTo>
                  <a:lnTo>
                    <a:pt x="946254" y="0"/>
                  </a:lnTo>
                  <a:lnTo>
                    <a:pt x="946254" y="243189"/>
                  </a:lnTo>
                  <a:lnTo>
                    <a:pt x="0" y="243189"/>
                  </a:lnTo>
                  <a:close/>
                </a:path>
              </a:pathLst>
            </a:custGeom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46254" cy="290814"/>
            </a:xfrm>
            <a:prstGeom prst="rect">
              <a:avLst/>
            </a:prstGeom>
          </p:spPr>
          <p:txBody>
            <a:bodyPr anchor="ctr" rtlCol="false" tIns="40929" lIns="40929" bIns="40929" rIns="40929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NEXT PHASE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>
            <a:off x="8921852" y="1852010"/>
            <a:ext cx="8885136" cy="2276676"/>
          </a:xfrm>
          <a:custGeom>
            <a:avLst/>
            <a:gdLst/>
            <a:ahLst/>
            <a:cxnLst/>
            <a:rect r="r" b="b" t="t" l="l"/>
            <a:pathLst>
              <a:path h="2276676" w="8885136">
                <a:moveTo>
                  <a:pt x="3246540" y="0"/>
                </a:moveTo>
                <a:lnTo>
                  <a:pt x="8885136" y="0"/>
                </a:lnTo>
                <a:lnTo>
                  <a:pt x="8885136" y="2276676"/>
                </a:lnTo>
                <a:lnTo>
                  <a:pt x="3059584" y="2276676"/>
                </a:lnTo>
                <a:lnTo>
                  <a:pt x="3059584" y="924802"/>
                </a:lnTo>
                <a:lnTo>
                  <a:pt x="0" y="924802"/>
                </a:lnTo>
                <a:lnTo>
                  <a:pt x="0" y="0"/>
                </a:lnTo>
                <a:lnTo>
                  <a:pt x="3250607" y="0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>
            <a:off x="8921852" y="4690661"/>
            <a:ext cx="8885136" cy="2276676"/>
          </a:xfrm>
          <a:custGeom>
            <a:avLst/>
            <a:gdLst/>
            <a:ahLst/>
            <a:cxnLst/>
            <a:rect r="r" b="b" t="t" l="l"/>
            <a:pathLst>
              <a:path h="2276676" w="8885136">
                <a:moveTo>
                  <a:pt x="3246540" y="0"/>
                </a:moveTo>
                <a:lnTo>
                  <a:pt x="8885136" y="0"/>
                </a:lnTo>
                <a:lnTo>
                  <a:pt x="8885136" y="2276676"/>
                </a:lnTo>
                <a:lnTo>
                  <a:pt x="3059584" y="2276676"/>
                </a:lnTo>
                <a:lnTo>
                  <a:pt x="3059584" y="1129553"/>
                </a:lnTo>
                <a:lnTo>
                  <a:pt x="0" y="1129553"/>
                </a:lnTo>
                <a:lnTo>
                  <a:pt x="0" y="0"/>
                </a:lnTo>
                <a:lnTo>
                  <a:pt x="3250607" y="0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>
            <a:off x="8921852" y="7529312"/>
            <a:ext cx="8885136" cy="2276676"/>
          </a:xfrm>
          <a:custGeom>
            <a:avLst/>
            <a:gdLst/>
            <a:ahLst/>
            <a:cxnLst/>
            <a:rect r="r" b="b" t="t" l="l"/>
            <a:pathLst>
              <a:path h="2276676" w="8885136">
                <a:moveTo>
                  <a:pt x="3246540" y="0"/>
                </a:moveTo>
                <a:lnTo>
                  <a:pt x="8885136" y="0"/>
                </a:lnTo>
                <a:lnTo>
                  <a:pt x="8885136" y="2276676"/>
                </a:lnTo>
                <a:lnTo>
                  <a:pt x="3059584" y="2276676"/>
                </a:lnTo>
                <a:lnTo>
                  <a:pt x="3059584" y="1129552"/>
                </a:lnTo>
                <a:lnTo>
                  <a:pt x="0" y="1129552"/>
                </a:lnTo>
                <a:lnTo>
                  <a:pt x="0" y="0"/>
                </a:lnTo>
                <a:lnTo>
                  <a:pt x="3250607" y="0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>
            <a:off x="-456592" y="5704291"/>
            <a:ext cx="8731737" cy="4582709"/>
          </a:xfrm>
          <a:custGeom>
            <a:avLst/>
            <a:gdLst/>
            <a:ahLst/>
            <a:cxnLst/>
            <a:rect r="r" b="b" t="t" l="l"/>
            <a:pathLst>
              <a:path h="4582709" w="8731737">
                <a:moveTo>
                  <a:pt x="0" y="4582709"/>
                </a:moveTo>
                <a:lnTo>
                  <a:pt x="0" y="0"/>
                </a:lnTo>
                <a:lnTo>
                  <a:pt x="8731737" y="0"/>
                </a:lnTo>
                <a:lnTo>
                  <a:pt x="8731737" y="2954573"/>
                </a:lnTo>
                <a:lnTo>
                  <a:pt x="5918750" y="2954573"/>
                </a:lnTo>
                <a:lnTo>
                  <a:pt x="5918750" y="4582709"/>
                </a:lnTo>
                <a:lnTo>
                  <a:pt x="5681667" y="4582709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476250" y="6169058"/>
            <a:ext cx="7517188" cy="36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88"/>
              </a:lnSpc>
            </a:pPr>
            <a:r>
              <a:rPr lang="en-US" sz="1398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The Next Step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44164" y="1028700"/>
            <a:ext cx="4981361" cy="3762676"/>
            <a:chOff x="0" y="0"/>
            <a:chExt cx="1589144" cy="12003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9144" cy="1200362"/>
            </a:xfrm>
            <a:custGeom>
              <a:avLst/>
              <a:gdLst/>
              <a:ahLst/>
              <a:cxnLst/>
              <a:rect r="r" b="b" t="t" l="l"/>
              <a:pathLst>
                <a:path h="1200362" w="1589144">
                  <a:moveTo>
                    <a:pt x="38854" y="0"/>
                  </a:moveTo>
                  <a:lnTo>
                    <a:pt x="1550290" y="0"/>
                  </a:lnTo>
                  <a:cubicBezTo>
                    <a:pt x="1571749" y="0"/>
                    <a:pt x="1589144" y="17396"/>
                    <a:pt x="1589144" y="38854"/>
                  </a:cubicBezTo>
                  <a:lnTo>
                    <a:pt x="1589144" y="1161508"/>
                  </a:lnTo>
                  <a:cubicBezTo>
                    <a:pt x="1589144" y="1182966"/>
                    <a:pt x="1571749" y="1200362"/>
                    <a:pt x="1550290" y="1200362"/>
                  </a:cubicBezTo>
                  <a:lnTo>
                    <a:pt x="38854" y="1200362"/>
                  </a:lnTo>
                  <a:cubicBezTo>
                    <a:pt x="17396" y="1200362"/>
                    <a:pt x="0" y="1182966"/>
                    <a:pt x="0" y="1161508"/>
                  </a:cubicBezTo>
                  <a:lnTo>
                    <a:pt x="0" y="38854"/>
                  </a:lnTo>
                  <a:cubicBezTo>
                    <a:pt x="0" y="17396"/>
                    <a:pt x="17396" y="0"/>
                    <a:pt x="3885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9353" r="0" b="-49353"/>
              </a:stretch>
            </a:blipFill>
            <a:ln w="9525" cap="rnd">
              <a:solidFill>
                <a:srgbClr val="F4F1EE"/>
              </a:solidFill>
              <a:prstDash val="solid"/>
              <a:round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7222631" y="3545624"/>
            <a:ext cx="371970" cy="371970"/>
          </a:xfrm>
          <a:custGeom>
            <a:avLst/>
            <a:gdLst/>
            <a:ahLst/>
            <a:cxnLst/>
            <a:rect r="r" b="b" t="t" l="l"/>
            <a:pathLst>
              <a:path h="371970" w="371970">
                <a:moveTo>
                  <a:pt x="0" y="0"/>
                </a:moveTo>
                <a:lnTo>
                  <a:pt x="371970" y="0"/>
                </a:lnTo>
                <a:lnTo>
                  <a:pt x="371970" y="371969"/>
                </a:lnTo>
                <a:lnTo>
                  <a:pt x="0" y="371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222631" y="6383746"/>
            <a:ext cx="371970" cy="371970"/>
          </a:xfrm>
          <a:custGeom>
            <a:avLst/>
            <a:gdLst/>
            <a:ahLst/>
            <a:cxnLst/>
            <a:rect r="r" b="b" t="t" l="l"/>
            <a:pathLst>
              <a:path h="371970" w="371970">
                <a:moveTo>
                  <a:pt x="0" y="0"/>
                </a:moveTo>
                <a:lnTo>
                  <a:pt x="371970" y="0"/>
                </a:lnTo>
                <a:lnTo>
                  <a:pt x="371970" y="371970"/>
                </a:lnTo>
                <a:lnTo>
                  <a:pt x="0" y="371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222631" y="9219999"/>
            <a:ext cx="371970" cy="371970"/>
          </a:xfrm>
          <a:custGeom>
            <a:avLst/>
            <a:gdLst/>
            <a:ahLst/>
            <a:cxnLst/>
            <a:rect r="r" b="b" t="t" l="l"/>
            <a:pathLst>
              <a:path h="371970" w="371970">
                <a:moveTo>
                  <a:pt x="0" y="0"/>
                </a:moveTo>
                <a:lnTo>
                  <a:pt x="371970" y="0"/>
                </a:lnTo>
                <a:lnTo>
                  <a:pt x="371970" y="371970"/>
                </a:lnTo>
                <a:lnTo>
                  <a:pt x="0" y="371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8709" y="1114920"/>
            <a:ext cx="8082040" cy="186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88"/>
              </a:lnSpc>
              <a:spcBef>
                <a:spcPct val="0"/>
              </a:spcBef>
            </a:pPr>
            <a:r>
              <a:rPr lang="en-US" sz="13988" strike="noStrike" u="none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Summary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17059" y="476250"/>
            <a:ext cx="2894691" cy="743940"/>
            <a:chOff x="0" y="0"/>
            <a:chExt cx="946254" cy="2431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6254" cy="243189"/>
            </a:xfrm>
            <a:custGeom>
              <a:avLst/>
              <a:gdLst/>
              <a:ahLst/>
              <a:cxnLst/>
              <a:rect r="r" b="b" t="t" l="l"/>
              <a:pathLst>
                <a:path h="243189" w="946254">
                  <a:moveTo>
                    <a:pt x="0" y="0"/>
                  </a:moveTo>
                  <a:lnTo>
                    <a:pt x="946254" y="0"/>
                  </a:lnTo>
                  <a:lnTo>
                    <a:pt x="946254" y="243189"/>
                  </a:lnTo>
                  <a:lnTo>
                    <a:pt x="0" y="243189"/>
                  </a:lnTo>
                  <a:close/>
                </a:path>
              </a:pathLst>
            </a:custGeom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46254" cy="290814"/>
            </a:xfrm>
            <a:prstGeom prst="rect">
              <a:avLst/>
            </a:prstGeom>
          </p:spPr>
          <p:txBody>
            <a:bodyPr anchor="ctr" rtlCol="false" tIns="40929" lIns="40929" bIns="40929" rIns="40929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RECAP</a:t>
              </a:r>
            </a:p>
          </p:txBody>
        </p:sp>
      </p:grpSp>
      <p:sp>
        <p:nvSpPr>
          <p:cNvPr name="Freeform 7" id="7"/>
          <p:cNvSpPr/>
          <p:nvPr/>
        </p:nvSpPr>
        <p:spPr>
          <a:xfrm>
            <a:off x="621312" y="-3435163"/>
            <a:ext cx="9670451" cy="6865563"/>
          </a:xfrm>
          <a:custGeom>
            <a:avLst/>
            <a:gdLst/>
            <a:ahLst/>
            <a:cxnLst/>
            <a:rect r="r" b="b" t="t" l="l"/>
            <a:pathLst>
              <a:path h="6865563" w="9670451">
                <a:moveTo>
                  <a:pt x="0" y="0"/>
                </a:moveTo>
                <a:lnTo>
                  <a:pt x="0" y="6865563"/>
                </a:lnTo>
                <a:lnTo>
                  <a:pt x="9670450" y="6865563"/>
                </a:lnTo>
                <a:lnTo>
                  <a:pt x="9670450" y="4321947"/>
                </a:lnTo>
                <a:lnTo>
                  <a:pt x="3207152" y="4321947"/>
                </a:lnTo>
                <a:lnTo>
                  <a:pt x="3207152" y="391916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76250" y="5124171"/>
            <a:ext cx="4762500" cy="3086100"/>
            <a:chOff x="0" y="0"/>
            <a:chExt cx="1254321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321" cy="812800"/>
            </a:xfrm>
            <a:custGeom>
              <a:avLst/>
              <a:gdLst/>
              <a:ahLst/>
              <a:cxnLst/>
              <a:rect r="r" b="b" t="t" l="l"/>
              <a:pathLst>
                <a:path h="812800" w="1254321">
                  <a:moveTo>
                    <a:pt x="0" y="0"/>
                  </a:moveTo>
                  <a:lnTo>
                    <a:pt x="1254321" y="0"/>
                  </a:lnTo>
                  <a:lnTo>
                    <a:pt x="1254321" y="812800"/>
                  </a:lnTo>
                  <a:lnTo>
                    <a:pt x="0" y="812800"/>
                  </a:lnTo>
                  <a:close/>
                </a:path>
              </a:pathLst>
            </a:custGeom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54321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2225" y="5912556"/>
            <a:ext cx="4762500" cy="3086100"/>
            <a:chOff x="0" y="0"/>
            <a:chExt cx="1254321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4321" cy="812800"/>
            </a:xfrm>
            <a:custGeom>
              <a:avLst/>
              <a:gdLst/>
              <a:ahLst/>
              <a:cxnLst/>
              <a:rect r="r" b="b" t="t" l="l"/>
              <a:pathLst>
                <a:path h="812800" w="1254321">
                  <a:moveTo>
                    <a:pt x="0" y="0"/>
                  </a:moveTo>
                  <a:lnTo>
                    <a:pt x="1254321" y="0"/>
                  </a:lnTo>
                  <a:lnTo>
                    <a:pt x="1254321" y="812800"/>
                  </a:lnTo>
                  <a:lnTo>
                    <a:pt x="0" y="812800"/>
                  </a:lnTo>
                  <a:close/>
                </a:path>
              </a:pathLst>
            </a:custGeom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54321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4450" y="4785289"/>
            <a:ext cx="3086100" cy="677762"/>
            <a:chOff x="0" y="0"/>
            <a:chExt cx="812800" cy="1785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78505"/>
            </a:xfrm>
            <a:custGeom>
              <a:avLst/>
              <a:gdLst/>
              <a:ahLst/>
              <a:cxnLst/>
              <a:rect r="r" b="b" t="t" l="l"/>
              <a:pathLst>
                <a:path h="1785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505"/>
                  </a:lnTo>
                  <a:lnTo>
                    <a:pt x="0" y="178505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235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10425" y="5573675"/>
            <a:ext cx="3086100" cy="677762"/>
            <a:chOff x="0" y="0"/>
            <a:chExt cx="812800" cy="1785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78505"/>
            </a:xfrm>
            <a:custGeom>
              <a:avLst/>
              <a:gdLst/>
              <a:ahLst/>
              <a:cxnLst/>
              <a:rect r="r" b="b" t="t" l="l"/>
              <a:pathLst>
                <a:path h="1785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505"/>
                  </a:lnTo>
                  <a:lnTo>
                    <a:pt x="0" y="178505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12800" cy="235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67284" y="6724650"/>
            <a:ext cx="4762500" cy="3086100"/>
            <a:chOff x="0" y="0"/>
            <a:chExt cx="1254321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4321" cy="812800"/>
            </a:xfrm>
            <a:custGeom>
              <a:avLst/>
              <a:gdLst/>
              <a:ahLst/>
              <a:cxnLst/>
              <a:rect r="r" b="b" t="t" l="l"/>
              <a:pathLst>
                <a:path h="812800" w="1254321">
                  <a:moveTo>
                    <a:pt x="0" y="0"/>
                  </a:moveTo>
                  <a:lnTo>
                    <a:pt x="1254321" y="0"/>
                  </a:lnTo>
                  <a:lnTo>
                    <a:pt x="1254321" y="812800"/>
                  </a:lnTo>
                  <a:lnTo>
                    <a:pt x="0" y="812800"/>
                  </a:lnTo>
                  <a:close/>
                </a:path>
              </a:pathLst>
            </a:custGeom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254321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05484" y="6385769"/>
            <a:ext cx="3086100" cy="677762"/>
            <a:chOff x="0" y="0"/>
            <a:chExt cx="812800" cy="1785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178505"/>
            </a:xfrm>
            <a:custGeom>
              <a:avLst/>
              <a:gdLst/>
              <a:ahLst/>
              <a:cxnLst/>
              <a:rect r="r" b="b" t="t" l="l"/>
              <a:pathLst>
                <a:path h="1785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8505"/>
                  </a:lnTo>
                  <a:lnTo>
                    <a:pt x="0" y="178505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12800" cy="235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415991" y="5688083"/>
            <a:ext cx="267496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4F1EE"/>
                </a:solidFill>
                <a:latin typeface="Arimo Bold"/>
                <a:ea typeface="Arimo Bold"/>
                <a:cs typeface="Arimo Bold"/>
                <a:sym typeface="Arimo Bold"/>
              </a:rPr>
              <a:t>BRAINSTORM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95031" y="6500177"/>
            <a:ext cx="270700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4F1EE"/>
                </a:solidFill>
                <a:latin typeface="Arimo Bold"/>
                <a:ea typeface="Arimo Bold"/>
                <a:cs typeface="Arimo Bold"/>
                <a:sym typeface="Arimo Bold"/>
              </a:rPr>
              <a:t>COMPILATION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95621" y="4899698"/>
            <a:ext cx="232375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F4F1EE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2113" y="6133352"/>
            <a:ext cx="3470775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recaps the introduction session, which introduces the project in general and how it works.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42646" y="6921737"/>
            <a:ext cx="3621657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brainstorming concludes that the new ideas will be considered further and the findings will be revealed.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12121" y="7733831"/>
            <a:ext cx="2872827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Compiling all of the concepts into a single file in preparation for the discussion session.</a:t>
            </a:r>
          </a:p>
        </p:txBody>
      </p:sp>
      <p:sp>
        <p:nvSpPr>
          <p:cNvPr name="AutoShape 32" id="32"/>
          <p:cNvSpPr/>
          <p:nvPr/>
        </p:nvSpPr>
        <p:spPr>
          <a:xfrm>
            <a:off x="5238750" y="6667221"/>
            <a:ext cx="1133475" cy="788385"/>
          </a:xfrm>
          <a:prstGeom prst="line">
            <a:avLst/>
          </a:pr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1134725" y="7455606"/>
            <a:ext cx="1132559" cy="812094"/>
          </a:xfrm>
          <a:prstGeom prst="line">
            <a:avLst/>
          </a:pr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2732492" y="5701769"/>
            <a:ext cx="250017" cy="250017"/>
          </a:xfrm>
          <a:custGeom>
            <a:avLst/>
            <a:gdLst/>
            <a:ahLst/>
            <a:cxnLst/>
            <a:rect r="r" b="b" t="t" l="l"/>
            <a:pathLst>
              <a:path h="250017" w="250017">
                <a:moveTo>
                  <a:pt x="0" y="0"/>
                </a:moveTo>
                <a:lnTo>
                  <a:pt x="250016" y="0"/>
                </a:lnTo>
                <a:lnTo>
                  <a:pt x="250016" y="250016"/>
                </a:lnTo>
                <a:lnTo>
                  <a:pt x="0" y="250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628467" y="6490154"/>
            <a:ext cx="250017" cy="250017"/>
          </a:xfrm>
          <a:custGeom>
            <a:avLst/>
            <a:gdLst/>
            <a:ahLst/>
            <a:cxnLst/>
            <a:rect r="r" b="b" t="t" l="l"/>
            <a:pathLst>
              <a:path h="250017" w="250017">
                <a:moveTo>
                  <a:pt x="0" y="0"/>
                </a:moveTo>
                <a:lnTo>
                  <a:pt x="250016" y="0"/>
                </a:lnTo>
                <a:lnTo>
                  <a:pt x="250016" y="250017"/>
                </a:lnTo>
                <a:lnTo>
                  <a:pt x="0" y="25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523526" y="7302248"/>
            <a:ext cx="250017" cy="250017"/>
          </a:xfrm>
          <a:custGeom>
            <a:avLst/>
            <a:gdLst/>
            <a:ahLst/>
            <a:cxnLst/>
            <a:rect r="r" b="b" t="t" l="l"/>
            <a:pathLst>
              <a:path h="250017" w="250017">
                <a:moveTo>
                  <a:pt x="0" y="0"/>
                </a:moveTo>
                <a:lnTo>
                  <a:pt x="250017" y="0"/>
                </a:lnTo>
                <a:lnTo>
                  <a:pt x="250017" y="250017"/>
                </a:lnTo>
                <a:lnTo>
                  <a:pt x="0" y="25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2339897" y="2153573"/>
            <a:ext cx="4367258" cy="3298814"/>
            <a:chOff x="0" y="0"/>
            <a:chExt cx="1589144" cy="12003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89144" cy="1200362"/>
            </a:xfrm>
            <a:custGeom>
              <a:avLst/>
              <a:gdLst/>
              <a:ahLst/>
              <a:cxnLst/>
              <a:rect r="r" b="b" t="t" l="l"/>
              <a:pathLst>
                <a:path h="1200362" w="1589144">
                  <a:moveTo>
                    <a:pt x="44318" y="0"/>
                  </a:moveTo>
                  <a:lnTo>
                    <a:pt x="1544827" y="0"/>
                  </a:lnTo>
                  <a:cubicBezTo>
                    <a:pt x="1569303" y="0"/>
                    <a:pt x="1589144" y="19842"/>
                    <a:pt x="1589144" y="44318"/>
                  </a:cubicBezTo>
                  <a:lnTo>
                    <a:pt x="1589144" y="1156044"/>
                  </a:lnTo>
                  <a:cubicBezTo>
                    <a:pt x="1589144" y="1180520"/>
                    <a:pt x="1569303" y="1200362"/>
                    <a:pt x="1544827" y="1200362"/>
                  </a:cubicBezTo>
                  <a:lnTo>
                    <a:pt x="44318" y="1200362"/>
                  </a:lnTo>
                  <a:cubicBezTo>
                    <a:pt x="19842" y="1200362"/>
                    <a:pt x="0" y="1180520"/>
                    <a:pt x="0" y="1156044"/>
                  </a:cubicBezTo>
                  <a:lnTo>
                    <a:pt x="0" y="44318"/>
                  </a:lnTo>
                  <a:cubicBezTo>
                    <a:pt x="0" y="19842"/>
                    <a:pt x="19842" y="0"/>
                    <a:pt x="44318" y="0"/>
                  </a:cubicBezTo>
                  <a:close/>
                </a:path>
              </a:pathLst>
            </a:custGeom>
            <a:blipFill>
              <a:blip r:embed="rId5"/>
              <a:stretch>
                <a:fillRect l="-6686" t="0" r="-6686" b="0"/>
              </a:stretch>
            </a:blipFill>
            <a:ln w="9525" cap="rnd">
              <a:solidFill>
                <a:srgbClr val="F4F1EE"/>
              </a:solidFill>
              <a:prstDash val="solid"/>
              <a:round/>
            </a:ln>
          </p:spPr>
        </p:sp>
      </p:grp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66847" r="0" b="-10930"/>
            </a:stretch>
          </a:blipFill>
        </p:spPr>
      </p:sp>
      <p:sp>
        <p:nvSpPr>
          <p:cNvPr name="Freeform 3" id="3"/>
          <p:cNvSpPr/>
          <p:nvPr/>
        </p:nvSpPr>
        <p:spPr>
          <a:xfrm>
            <a:off x="2117378" y="3085008"/>
            <a:ext cx="14073874" cy="7420354"/>
          </a:xfrm>
          <a:custGeom>
            <a:avLst/>
            <a:gdLst/>
            <a:ahLst/>
            <a:cxnLst/>
            <a:rect r="r" b="b" t="t" l="l"/>
            <a:pathLst>
              <a:path h="7420354" w="14073874">
                <a:moveTo>
                  <a:pt x="8588876" y="7329407"/>
                </a:moveTo>
                <a:lnTo>
                  <a:pt x="8588876" y="5344926"/>
                </a:lnTo>
                <a:lnTo>
                  <a:pt x="14073874" y="5344926"/>
                </a:lnTo>
                <a:lnTo>
                  <a:pt x="14073874" y="0"/>
                </a:lnTo>
                <a:lnTo>
                  <a:pt x="0" y="0"/>
                </a:lnTo>
                <a:lnTo>
                  <a:pt x="0" y="5344926"/>
                </a:lnTo>
                <a:lnTo>
                  <a:pt x="5433974" y="5344926"/>
                </a:lnTo>
                <a:lnTo>
                  <a:pt x="5433974" y="7420355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746363" y="4526909"/>
            <a:ext cx="14795273" cy="333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14000">
                <a:solidFill>
                  <a:srgbClr val="F4F1EE"/>
                </a:solidFill>
                <a:latin typeface="TT Hoves"/>
                <a:ea typeface="TT Hoves"/>
                <a:cs typeface="TT Hoves"/>
                <a:sym typeface="TT Hoves"/>
              </a:rPr>
              <a:t>Let's start the discussion!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917059" y="476250"/>
            <a:ext cx="2894691" cy="743940"/>
            <a:chOff x="0" y="0"/>
            <a:chExt cx="946254" cy="2431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6254" cy="243189"/>
            </a:xfrm>
            <a:custGeom>
              <a:avLst/>
              <a:gdLst/>
              <a:ahLst/>
              <a:cxnLst/>
              <a:rect r="r" b="b" t="t" l="l"/>
              <a:pathLst>
                <a:path h="243189" w="946254">
                  <a:moveTo>
                    <a:pt x="0" y="0"/>
                  </a:moveTo>
                  <a:lnTo>
                    <a:pt x="946254" y="0"/>
                  </a:lnTo>
                  <a:lnTo>
                    <a:pt x="946254" y="243189"/>
                  </a:lnTo>
                  <a:lnTo>
                    <a:pt x="0" y="243189"/>
                  </a:lnTo>
                  <a:close/>
                </a:path>
              </a:pathLst>
            </a:custGeom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46254" cy="290814"/>
            </a:xfrm>
            <a:prstGeom prst="rect">
              <a:avLst/>
            </a:prstGeom>
          </p:spPr>
          <p:txBody>
            <a:bodyPr anchor="ctr" rtlCol="false" tIns="40929" lIns="40929" bIns="40929" rIns="40929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DISCUSSION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96167" y="2599578"/>
            <a:ext cx="7295666" cy="916099"/>
            <a:chOff x="0" y="0"/>
            <a:chExt cx="9727554" cy="122146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727554" cy="1221466"/>
              <a:chOff x="0" y="0"/>
              <a:chExt cx="2805906" cy="35233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805906" cy="352331"/>
              </a:xfrm>
              <a:custGeom>
                <a:avLst/>
                <a:gdLst/>
                <a:ahLst/>
                <a:cxnLst/>
                <a:rect r="r" b="b" t="t" l="l"/>
                <a:pathLst>
                  <a:path h="352331" w="2805906">
                    <a:moveTo>
                      <a:pt x="0" y="0"/>
                    </a:moveTo>
                    <a:lnTo>
                      <a:pt x="2805906" y="0"/>
                    </a:lnTo>
                    <a:lnTo>
                      <a:pt x="2805906" y="352331"/>
                    </a:lnTo>
                    <a:lnTo>
                      <a:pt x="0" y="352331"/>
                    </a:lnTo>
                    <a:close/>
                  </a:path>
                </a:pathLst>
              </a:custGeom>
              <a:solidFill>
                <a:srgbClr val="060606"/>
              </a:solidFill>
              <a:ln w="9525" cap="sq">
                <a:solidFill>
                  <a:srgbClr val="70707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805906" cy="399956"/>
              </a:xfrm>
              <a:prstGeom prst="rect">
                <a:avLst/>
              </a:prstGeom>
            </p:spPr>
            <p:txBody>
              <a:bodyPr anchor="ctr" rtlCol="false" tIns="34788" lIns="34788" bIns="34788" rIns="34788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336301"/>
              <a:ext cx="9727554" cy="5869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1"/>
                </a:lnSpc>
              </a:pPr>
              <a:r>
                <a:rPr lang="en-US" sz="308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YOUR PARTICIPATION MATTERS!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851669" y="8965969"/>
            <a:ext cx="584662" cy="584662"/>
          </a:xfrm>
          <a:custGeom>
            <a:avLst/>
            <a:gdLst/>
            <a:ahLst/>
            <a:cxnLst/>
            <a:rect r="r" b="b" t="t" l="l"/>
            <a:pathLst>
              <a:path h="584662" w="584662">
                <a:moveTo>
                  <a:pt x="0" y="0"/>
                </a:moveTo>
                <a:lnTo>
                  <a:pt x="584662" y="0"/>
                </a:lnTo>
                <a:lnTo>
                  <a:pt x="584662" y="584662"/>
                </a:lnTo>
                <a:lnTo>
                  <a:pt x="0" y="58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250" y="6201900"/>
            <a:ext cx="10459105" cy="363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53"/>
              </a:lnSpc>
            </a:pPr>
            <a:r>
              <a:rPr lang="en-US" sz="13953" strike="noStrike" u="none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Thank you for your time!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17059" y="476250"/>
            <a:ext cx="2894691" cy="743940"/>
            <a:chOff x="0" y="0"/>
            <a:chExt cx="946254" cy="2431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6254" cy="243189"/>
            </a:xfrm>
            <a:custGeom>
              <a:avLst/>
              <a:gdLst/>
              <a:ahLst/>
              <a:cxnLst/>
              <a:rect r="r" b="b" t="t" l="l"/>
              <a:pathLst>
                <a:path h="243189" w="946254">
                  <a:moveTo>
                    <a:pt x="0" y="0"/>
                  </a:moveTo>
                  <a:lnTo>
                    <a:pt x="946254" y="0"/>
                  </a:lnTo>
                  <a:lnTo>
                    <a:pt x="946254" y="243189"/>
                  </a:lnTo>
                  <a:lnTo>
                    <a:pt x="0" y="243189"/>
                  </a:lnTo>
                  <a:close/>
                </a:path>
              </a:pathLst>
            </a:custGeom>
            <a:ln w="9525" cap="sq">
              <a:solidFill>
                <a:srgbClr val="F4F1EE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46254" cy="290814"/>
            </a:xfrm>
            <a:prstGeom prst="rect">
              <a:avLst/>
            </a:prstGeom>
          </p:spPr>
          <p:txBody>
            <a:bodyPr anchor="ctr" rtlCol="false" tIns="40929" lIns="40929" bIns="40929" rIns="40929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BORCELLE STUDIO</a:t>
              </a:r>
            </a:p>
          </p:txBody>
        </p:sp>
      </p:grpSp>
      <p:sp>
        <p:nvSpPr>
          <p:cNvPr name="Freeform 7" id="7"/>
          <p:cNvSpPr/>
          <p:nvPr/>
        </p:nvSpPr>
        <p:spPr>
          <a:xfrm>
            <a:off x="4762" y="5566250"/>
            <a:ext cx="13996693" cy="5504298"/>
          </a:xfrm>
          <a:custGeom>
            <a:avLst/>
            <a:gdLst/>
            <a:ahLst/>
            <a:cxnLst/>
            <a:rect r="r" b="b" t="t" l="l"/>
            <a:pathLst>
              <a:path h="5504298" w="13996693">
                <a:moveTo>
                  <a:pt x="13996693" y="3515360"/>
                </a:moveTo>
                <a:lnTo>
                  <a:pt x="13996693" y="5504298"/>
                </a:lnTo>
                <a:lnTo>
                  <a:pt x="0" y="5504298"/>
                </a:lnTo>
                <a:lnTo>
                  <a:pt x="0" y="0"/>
                </a:lnTo>
                <a:lnTo>
                  <a:pt x="9744875" y="0"/>
                </a:lnTo>
                <a:lnTo>
                  <a:pt x="9744875" y="1997729"/>
                </a:lnTo>
                <a:lnTo>
                  <a:pt x="11691992" y="1997729"/>
                </a:lnTo>
              </a:path>
            </a:pathLst>
          </a:custGeom>
          <a:ln cap="flat" w="9525">
            <a:solidFill>
              <a:srgbClr val="F4F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76250" y="476250"/>
            <a:ext cx="5748758" cy="4082030"/>
            <a:chOff x="0" y="0"/>
            <a:chExt cx="1690480" cy="12003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0480" cy="1200362"/>
            </a:xfrm>
            <a:custGeom>
              <a:avLst/>
              <a:gdLst/>
              <a:ahLst/>
              <a:cxnLst/>
              <a:rect r="r" b="b" t="t" l="l"/>
              <a:pathLst>
                <a:path h="1200362" w="1690480">
                  <a:moveTo>
                    <a:pt x="33668" y="0"/>
                  </a:moveTo>
                  <a:lnTo>
                    <a:pt x="1656812" y="0"/>
                  </a:lnTo>
                  <a:cubicBezTo>
                    <a:pt x="1665742" y="0"/>
                    <a:pt x="1674305" y="3547"/>
                    <a:pt x="1680619" y="9861"/>
                  </a:cubicBezTo>
                  <a:cubicBezTo>
                    <a:pt x="1686933" y="16175"/>
                    <a:pt x="1690480" y="24739"/>
                    <a:pt x="1690480" y="33668"/>
                  </a:cubicBezTo>
                  <a:lnTo>
                    <a:pt x="1690480" y="1166694"/>
                  </a:lnTo>
                  <a:cubicBezTo>
                    <a:pt x="1690480" y="1185289"/>
                    <a:pt x="1675407" y="1200362"/>
                    <a:pt x="1656812" y="1200362"/>
                  </a:cubicBezTo>
                  <a:lnTo>
                    <a:pt x="33668" y="1200362"/>
                  </a:lnTo>
                  <a:cubicBezTo>
                    <a:pt x="24739" y="1200362"/>
                    <a:pt x="16175" y="1196815"/>
                    <a:pt x="9861" y="1190501"/>
                  </a:cubicBezTo>
                  <a:cubicBezTo>
                    <a:pt x="3547" y="1184187"/>
                    <a:pt x="0" y="1175624"/>
                    <a:pt x="0" y="1166694"/>
                  </a:cubicBezTo>
                  <a:lnTo>
                    <a:pt x="0" y="33668"/>
                  </a:lnTo>
                  <a:cubicBezTo>
                    <a:pt x="0" y="24739"/>
                    <a:pt x="3547" y="16175"/>
                    <a:pt x="9861" y="9861"/>
                  </a:cubicBezTo>
                  <a:cubicBezTo>
                    <a:pt x="16175" y="3547"/>
                    <a:pt x="24739" y="0"/>
                    <a:pt x="33668" y="0"/>
                  </a:cubicBezTo>
                  <a:close/>
                </a:path>
              </a:pathLst>
            </a:custGeom>
            <a:blipFill>
              <a:blip r:embed="rId3"/>
              <a:stretch>
                <a:fillRect l="-3288" t="0" r="-3288" b="0"/>
              </a:stretch>
            </a:blipFill>
            <a:ln w="9525" cap="rnd">
              <a:solidFill>
                <a:srgbClr val="F4F1EE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75201" y="7272896"/>
            <a:ext cx="4652508" cy="1808714"/>
            <a:chOff x="0" y="0"/>
            <a:chExt cx="6203344" cy="241161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203344" cy="2411619"/>
              <a:chOff x="0" y="0"/>
              <a:chExt cx="1225352" cy="47636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25352" cy="476369"/>
              </a:xfrm>
              <a:custGeom>
                <a:avLst/>
                <a:gdLst/>
                <a:ahLst/>
                <a:cxnLst/>
                <a:rect r="r" b="b" t="t" l="l"/>
                <a:pathLst>
                  <a:path h="476369" w="1225352">
                    <a:moveTo>
                      <a:pt x="0" y="0"/>
                    </a:moveTo>
                    <a:lnTo>
                      <a:pt x="1225352" y="0"/>
                    </a:lnTo>
                    <a:lnTo>
                      <a:pt x="1225352" y="476369"/>
                    </a:lnTo>
                    <a:lnTo>
                      <a:pt x="0" y="476369"/>
                    </a:lnTo>
                    <a:close/>
                  </a:path>
                </a:pathLst>
              </a:custGeom>
              <a:ln w="9525" cap="sq">
                <a:solidFill>
                  <a:srgbClr val="F4F1EE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1225352" cy="5335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04679" y="467939"/>
              <a:ext cx="5698665" cy="1494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90"/>
                </a:lnSpc>
              </a:pPr>
              <a:r>
                <a:rPr lang="en-US" sz="39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 WILL SEE YOU NEXT TIME!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14686" y="2994910"/>
            <a:ext cx="4954314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 appreciate your enthusiasm, and We look forward to our next session on Monday. Keep those ideas flowing, and we'll make this project truly outstanding!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858760" y="3108658"/>
            <a:ext cx="371970" cy="371970"/>
          </a:xfrm>
          <a:custGeom>
            <a:avLst/>
            <a:gdLst/>
            <a:ahLst/>
            <a:cxnLst/>
            <a:rect r="r" b="b" t="t" l="l"/>
            <a:pathLst>
              <a:path h="371970" w="371970">
                <a:moveTo>
                  <a:pt x="0" y="0"/>
                </a:moveTo>
                <a:lnTo>
                  <a:pt x="371970" y="0"/>
                </a:lnTo>
                <a:lnTo>
                  <a:pt x="371970" y="371970"/>
                </a:lnTo>
                <a:lnTo>
                  <a:pt x="0" y="371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DAHRueY6TBs</dc:identifier>
  <dcterms:modified xsi:type="dcterms:W3CDTF">2011-08-01T06:04:30Z</dcterms:modified>
  <cp:revision>1</cp:revision>
</cp:coreProperties>
</file>